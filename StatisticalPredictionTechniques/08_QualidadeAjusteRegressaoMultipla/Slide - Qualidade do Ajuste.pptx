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4"/>
  </p:notesMasterIdLst>
  <p:handoutMasterIdLst>
    <p:handoutMasterId r:id="rId15"/>
  </p:handoutMasterIdLst>
  <p:sldIdLst>
    <p:sldId id="256" r:id="rId2"/>
    <p:sldId id="272" r:id="rId3"/>
    <p:sldId id="273" r:id="rId4"/>
    <p:sldId id="274" r:id="rId5"/>
    <p:sldId id="275" r:id="rId6"/>
    <p:sldId id="276" r:id="rId7"/>
    <p:sldId id="277" r:id="rId8"/>
    <p:sldId id="278" r:id="rId9"/>
    <p:sldId id="285" r:id="rId10"/>
    <p:sldId id="279" r:id="rId11"/>
    <p:sldId id="280" r:id="rId12"/>
    <p:sldId id="284" r:id="rId13"/>
  </p:sldIdLst>
  <p:sldSz cx="9144000" cy="6858000" type="screen4x3"/>
  <p:notesSz cx="7099300" cy="10234613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66"/>
    <a:srgbClr val="D7280B"/>
    <a:srgbClr val="CCCCFF"/>
    <a:srgbClr val="EED01A"/>
    <a:srgbClr val="FF9966"/>
    <a:srgbClr val="FFCC66"/>
    <a:srgbClr val="EAEAEA"/>
    <a:srgbClr val="CCEC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FAC06F-AA3A-43BF-8B9D-1189D1D6DBD8}" v="7" dt="2025-09-11T13:16:08.9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9631B5-78F2-41C9-869B-9F39066F8104}" styleName="Estilo Médio 3 - Ênfase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7292A2E-F333-43FB-9621-5CBBE7FDCDCB}" styleName="Estilo Claro 2 - Ênfase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40" autoAdjust="0"/>
    <p:restoredTop sz="94595" autoAdjust="0"/>
  </p:normalViewPr>
  <p:slideViewPr>
    <p:cSldViewPr>
      <p:cViewPr varScale="1">
        <p:scale>
          <a:sx n="71" d="100"/>
          <a:sy n="71" d="100"/>
        </p:scale>
        <p:origin x="1714" y="28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-1836" y="-96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riano Borgatto" userId="e50a874dfa6d3f1a" providerId="LiveId" clId="{2F3F8181-2672-42F6-B6AE-80B8568FAA7A}"/>
    <pc:docChg chg="undo custSel addSld delSld modSld">
      <pc:chgData name="Adriano Borgatto" userId="e50a874dfa6d3f1a" providerId="LiveId" clId="{2F3F8181-2672-42F6-B6AE-80B8568FAA7A}" dt="2022-04-04T19:11:21.987" v="1012" actId="2696"/>
      <pc:docMkLst>
        <pc:docMk/>
      </pc:docMkLst>
      <pc:sldChg chg="modSp mod">
        <pc:chgData name="Adriano Borgatto" userId="e50a874dfa6d3f1a" providerId="LiveId" clId="{2F3F8181-2672-42F6-B6AE-80B8568FAA7A}" dt="2022-04-04T17:24:38.463" v="19" actId="20577"/>
        <pc:sldMkLst>
          <pc:docMk/>
          <pc:sldMk cId="0" sldId="256"/>
        </pc:sldMkLst>
      </pc:sldChg>
      <pc:sldChg chg="addSp delSp modSp mod">
        <pc:chgData name="Adriano Borgatto" userId="e50a874dfa6d3f1a" providerId="LiveId" clId="{2F3F8181-2672-42F6-B6AE-80B8568FAA7A}" dt="2022-04-04T17:27:15.963" v="103" actId="6549"/>
        <pc:sldMkLst>
          <pc:docMk/>
          <pc:sldMk cId="0" sldId="258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1149392784" sldId="259"/>
        </pc:sldMkLst>
      </pc:sldChg>
      <pc:sldChg chg="addSp modSp add mod">
        <pc:chgData name="Adriano Borgatto" userId="e50a874dfa6d3f1a" providerId="LiveId" clId="{2F3F8181-2672-42F6-B6AE-80B8568FAA7A}" dt="2022-04-04T17:36:41.621" v="506" actId="113"/>
        <pc:sldMkLst>
          <pc:docMk/>
          <pc:sldMk cId="3697426403" sldId="259"/>
        </pc:sldMkLst>
      </pc:sldChg>
      <pc:sldChg chg="addSp modSp add">
        <pc:chgData name="Adriano Borgatto" userId="e50a874dfa6d3f1a" providerId="LiveId" clId="{2F3F8181-2672-42F6-B6AE-80B8568FAA7A}" dt="2022-04-04T17:29:09.381" v="120" actId="2711"/>
        <pc:sldMkLst>
          <pc:docMk/>
          <pc:sldMk cId="608067873" sldId="260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3068761576" sldId="260"/>
        </pc:sldMkLst>
      </pc:sldChg>
      <pc:sldChg chg="addSp delSp modSp add mod">
        <pc:chgData name="Adriano Borgatto" userId="e50a874dfa6d3f1a" providerId="LiveId" clId="{2F3F8181-2672-42F6-B6AE-80B8568FAA7A}" dt="2022-04-04T17:52:45.325" v="609" actId="1037"/>
        <pc:sldMkLst>
          <pc:docMk/>
          <pc:sldMk cId="1802714433" sldId="261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3273345463" sldId="261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2926345594" sldId="262"/>
        </pc:sldMkLst>
      </pc:sldChg>
      <pc:sldChg chg="addSp modSp add mod">
        <pc:chgData name="Adriano Borgatto" userId="e50a874dfa6d3f1a" providerId="LiveId" clId="{2F3F8181-2672-42F6-B6AE-80B8568FAA7A}" dt="2022-04-04T17:50:52.447" v="596" actId="1037"/>
        <pc:sldMkLst>
          <pc:docMk/>
          <pc:sldMk cId="3606920721" sldId="262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2647841580" sldId="263"/>
        </pc:sldMkLst>
      </pc:sldChg>
      <pc:sldChg chg="addSp modSp add mod">
        <pc:chgData name="Adriano Borgatto" userId="e50a874dfa6d3f1a" providerId="LiveId" clId="{2F3F8181-2672-42F6-B6AE-80B8568FAA7A}" dt="2022-04-04T18:22:13.527" v="787" actId="20577"/>
        <pc:sldMkLst>
          <pc:docMk/>
          <pc:sldMk cId="3258561624" sldId="263"/>
        </pc:sldMkLst>
      </pc:sldChg>
      <pc:sldChg chg="addSp modSp add mod">
        <pc:chgData name="Adriano Borgatto" userId="e50a874dfa6d3f1a" providerId="LiveId" clId="{2F3F8181-2672-42F6-B6AE-80B8568FAA7A}" dt="2022-04-04T18:26:37.167" v="807" actId="1076"/>
        <pc:sldMkLst>
          <pc:docMk/>
          <pc:sldMk cId="1411557354" sldId="264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2634771876" sldId="264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269759791" sldId="265"/>
        </pc:sldMkLst>
      </pc:sldChg>
      <pc:sldChg chg="addSp modSp add mod">
        <pc:chgData name="Adriano Borgatto" userId="e50a874dfa6d3f1a" providerId="LiveId" clId="{2F3F8181-2672-42F6-B6AE-80B8568FAA7A}" dt="2022-04-04T18:29:12.771" v="840" actId="1035"/>
        <pc:sldMkLst>
          <pc:docMk/>
          <pc:sldMk cId="1261958913" sldId="265"/>
        </pc:sldMkLst>
      </pc:sldChg>
      <pc:sldChg chg="addSp modSp add mod">
        <pc:chgData name="Adriano Borgatto" userId="e50a874dfa6d3f1a" providerId="LiveId" clId="{2F3F8181-2672-42F6-B6AE-80B8568FAA7A}" dt="2022-04-04T18:30:45.166" v="881" actId="2711"/>
        <pc:sldMkLst>
          <pc:docMk/>
          <pc:sldMk cId="1092716401" sldId="266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2364387731" sldId="266"/>
        </pc:sldMkLst>
      </pc:sldChg>
      <pc:sldChg chg="addSp modSp add mod">
        <pc:chgData name="Adriano Borgatto" userId="e50a874dfa6d3f1a" providerId="LiveId" clId="{2F3F8181-2672-42F6-B6AE-80B8568FAA7A}" dt="2022-04-04T18:35:27.277" v="935" actId="1036"/>
        <pc:sldMkLst>
          <pc:docMk/>
          <pc:sldMk cId="1510413036" sldId="267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3303473955" sldId="267"/>
        </pc:sldMkLst>
      </pc:sldChg>
      <pc:sldChg chg="addSp modSp add mod">
        <pc:chgData name="Adriano Borgatto" userId="e50a874dfa6d3f1a" providerId="LiveId" clId="{2F3F8181-2672-42F6-B6AE-80B8568FAA7A}" dt="2022-04-04T18:37:24.249" v="975" actId="115"/>
        <pc:sldMkLst>
          <pc:docMk/>
          <pc:sldMk cId="85798788" sldId="268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1415369606" sldId="268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3836620619" sldId="269"/>
        </pc:sldMkLst>
      </pc:sldChg>
      <pc:sldChg chg="addSp modSp add mod">
        <pc:chgData name="Adriano Borgatto" userId="e50a874dfa6d3f1a" providerId="LiveId" clId="{2F3F8181-2672-42F6-B6AE-80B8568FAA7A}" dt="2022-04-04T19:09:32.284" v="1011" actId="1035"/>
        <pc:sldMkLst>
          <pc:docMk/>
          <pc:sldMk cId="3845031216" sldId="269"/>
        </pc:sldMkLst>
      </pc:sldChg>
      <pc:sldChg chg="add del">
        <pc:chgData name="Adriano Borgatto" userId="e50a874dfa6d3f1a" providerId="LiveId" clId="{2F3F8181-2672-42F6-B6AE-80B8568FAA7A}" dt="2022-04-04T19:11:21.987" v="1012" actId="2696"/>
        <pc:sldMkLst>
          <pc:docMk/>
          <pc:sldMk cId="2196528455" sldId="270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3908284636" sldId="270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2934819853" sldId="271"/>
        </pc:sldMkLst>
      </pc:sldChg>
      <pc:sldChg chg="add del">
        <pc:chgData name="Adriano Borgatto" userId="e50a874dfa6d3f1a" providerId="LiveId" clId="{2F3F8181-2672-42F6-B6AE-80B8568FAA7A}" dt="2022-04-04T19:11:21.987" v="1012" actId="2696"/>
        <pc:sldMkLst>
          <pc:docMk/>
          <pc:sldMk cId="3739470776" sldId="271"/>
        </pc:sldMkLst>
      </pc:sldChg>
    </pc:docChg>
  </pc:docChgLst>
  <pc:docChgLst>
    <pc:chgData name="Adriano Borgatto" userId="e50a874dfa6d3f1a" providerId="LiveId" clId="{9133AC44-9496-4E83-A525-6B751EB2E002}"/>
    <pc:docChg chg="custSel addSld delSld modSld">
      <pc:chgData name="Adriano Borgatto" userId="e50a874dfa6d3f1a" providerId="LiveId" clId="{9133AC44-9496-4E83-A525-6B751EB2E002}" dt="2022-04-05T13:18:05.260" v="1193" actId="6549"/>
      <pc:docMkLst>
        <pc:docMk/>
      </pc:docMkLst>
      <pc:sldChg chg="modSp mod">
        <pc:chgData name="Adriano Borgatto" userId="e50a874dfa6d3f1a" providerId="LiveId" clId="{9133AC44-9496-4E83-A525-6B751EB2E002}" dt="2022-04-05T13:02:33.793" v="36" actId="20577"/>
        <pc:sldMkLst>
          <pc:docMk/>
          <pc:sldMk cId="0" sldId="256"/>
        </pc:sldMkLst>
      </pc:sldChg>
      <pc:sldChg chg="del">
        <pc:chgData name="Adriano Borgatto" userId="e50a874dfa6d3f1a" providerId="LiveId" clId="{9133AC44-9496-4E83-A525-6B751EB2E002}" dt="2022-04-05T13:02:44.669" v="37" actId="2696"/>
        <pc:sldMkLst>
          <pc:docMk/>
          <pc:sldMk cId="0" sldId="258"/>
        </pc:sldMkLst>
      </pc:sldChg>
      <pc:sldChg chg="del">
        <pc:chgData name="Adriano Borgatto" userId="e50a874dfa6d3f1a" providerId="LiveId" clId="{9133AC44-9496-4E83-A525-6B751EB2E002}" dt="2022-04-05T13:02:44.669" v="37" actId="2696"/>
        <pc:sldMkLst>
          <pc:docMk/>
          <pc:sldMk cId="3697426403" sldId="259"/>
        </pc:sldMkLst>
      </pc:sldChg>
      <pc:sldChg chg="del">
        <pc:chgData name="Adriano Borgatto" userId="e50a874dfa6d3f1a" providerId="LiveId" clId="{9133AC44-9496-4E83-A525-6B751EB2E002}" dt="2022-04-05T13:02:44.669" v="37" actId="2696"/>
        <pc:sldMkLst>
          <pc:docMk/>
          <pc:sldMk cId="1802714433" sldId="261"/>
        </pc:sldMkLst>
      </pc:sldChg>
      <pc:sldChg chg="del">
        <pc:chgData name="Adriano Borgatto" userId="e50a874dfa6d3f1a" providerId="LiveId" clId="{9133AC44-9496-4E83-A525-6B751EB2E002}" dt="2022-04-05T13:02:44.669" v="37" actId="2696"/>
        <pc:sldMkLst>
          <pc:docMk/>
          <pc:sldMk cId="3606920721" sldId="262"/>
        </pc:sldMkLst>
      </pc:sldChg>
      <pc:sldChg chg="del">
        <pc:chgData name="Adriano Borgatto" userId="e50a874dfa6d3f1a" providerId="LiveId" clId="{9133AC44-9496-4E83-A525-6B751EB2E002}" dt="2022-04-05T13:02:44.669" v="37" actId="2696"/>
        <pc:sldMkLst>
          <pc:docMk/>
          <pc:sldMk cId="3258561624" sldId="263"/>
        </pc:sldMkLst>
      </pc:sldChg>
      <pc:sldChg chg="del">
        <pc:chgData name="Adriano Borgatto" userId="e50a874dfa6d3f1a" providerId="LiveId" clId="{9133AC44-9496-4E83-A525-6B751EB2E002}" dt="2022-04-05T13:02:44.669" v="37" actId="2696"/>
        <pc:sldMkLst>
          <pc:docMk/>
          <pc:sldMk cId="974571722" sldId="270"/>
        </pc:sldMkLst>
      </pc:sldChg>
      <pc:sldChg chg="del">
        <pc:chgData name="Adriano Borgatto" userId="e50a874dfa6d3f1a" providerId="LiveId" clId="{9133AC44-9496-4E83-A525-6B751EB2E002}" dt="2022-04-05T13:02:44.669" v="37" actId="2696"/>
        <pc:sldMkLst>
          <pc:docMk/>
          <pc:sldMk cId="3286078432" sldId="271"/>
        </pc:sldMkLst>
      </pc:sldChg>
      <pc:sldChg chg="addSp modSp mod">
        <pc:chgData name="Adriano Borgatto" userId="e50a874dfa6d3f1a" providerId="LiveId" clId="{9133AC44-9496-4E83-A525-6B751EB2E002}" dt="2022-04-05T13:11:40.773" v="540" actId="207"/>
        <pc:sldMkLst>
          <pc:docMk/>
          <pc:sldMk cId="3945532463" sldId="272"/>
        </pc:sldMkLst>
      </pc:sldChg>
      <pc:sldChg chg="delSp modSp add mod">
        <pc:chgData name="Adriano Borgatto" userId="e50a874dfa6d3f1a" providerId="LiveId" clId="{9133AC44-9496-4E83-A525-6B751EB2E002}" dt="2022-04-05T13:18:05.260" v="1193" actId="6549"/>
        <pc:sldMkLst>
          <pc:docMk/>
          <pc:sldMk cId="905316025" sldId="273"/>
        </pc:sldMkLst>
      </pc:sldChg>
    </pc:docChg>
  </pc:docChgLst>
  <pc:docChgLst>
    <pc:chgData name="Adriano Borgatto" userId="e50a874dfa6d3f1a" providerId="LiveId" clId="{FD12B819-4D8D-4D96-B1C6-F4C2C8DFFB73}"/>
    <pc:docChg chg="custSel modSld">
      <pc:chgData name="Adriano Borgatto" userId="e50a874dfa6d3f1a" providerId="LiveId" clId="{FD12B819-4D8D-4D96-B1C6-F4C2C8DFFB73}" dt="2024-04-23T19:25:47.366" v="84" actId="1038"/>
      <pc:docMkLst>
        <pc:docMk/>
      </pc:docMkLst>
      <pc:sldChg chg="addSp delSp modSp mod">
        <pc:chgData name="Adriano Borgatto" userId="e50a874dfa6d3f1a" providerId="LiveId" clId="{FD12B819-4D8D-4D96-B1C6-F4C2C8DFFB73}" dt="2024-04-22T18:44:15.945" v="47" actId="255"/>
        <pc:sldMkLst>
          <pc:docMk/>
          <pc:sldMk cId="99944423" sldId="274"/>
        </pc:sldMkLst>
      </pc:sldChg>
      <pc:sldChg chg="modSp mod">
        <pc:chgData name="Adriano Borgatto" userId="e50a874dfa6d3f1a" providerId="LiveId" clId="{FD12B819-4D8D-4D96-B1C6-F4C2C8DFFB73}" dt="2024-04-23T19:25:47.366" v="84" actId="1038"/>
        <pc:sldMkLst>
          <pc:docMk/>
          <pc:sldMk cId="75005195" sldId="278"/>
        </pc:sldMkLst>
      </pc:sldChg>
    </pc:docChg>
  </pc:docChgLst>
  <pc:docChgLst>
    <pc:chgData name="Adriano Borgatto" userId="e50a874dfa6d3f1a" providerId="LiveId" clId="{BC181C97-953D-4172-B9C0-6D83A184D733}"/>
    <pc:docChg chg="undo custSel addSld delSld modSld">
      <pc:chgData name="Adriano Borgatto" userId="e50a874dfa6d3f1a" providerId="LiveId" clId="{BC181C97-953D-4172-B9C0-6D83A184D733}" dt="2022-04-04T16:27:20.060" v="1032" actId="20577"/>
      <pc:docMkLst>
        <pc:docMk/>
      </pc:docMkLst>
      <pc:sldChg chg="modSp mod">
        <pc:chgData name="Adriano Borgatto" userId="e50a874dfa6d3f1a" providerId="LiveId" clId="{BC181C97-953D-4172-B9C0-6D83A184D733}" dt="2022-04-04T13:27:34.121" v="61" actId="20577"/>
        <pc:sldMkLst>
          <pc:docMk/>
          <pc:sldMk cId="0" sldId="256"/>
        </pc:sldMkLst>
      </pc:sldChg>
      <pc:sldChg chg="addSp delSp modSp mod">
        <pc:chgData name="Adriano Borgatto" userId="e50a874dfa6d3f1a" providerId="LiveId" clId="{BC181C97-953D-4172-B9C0-6D83A184D733}" dt="2022-04-04T14:14:38.031" v="627" actId="14100"/>
        <pc:sldMkLst>
          <pc:docMk/>
          <pc:sldMk cId="0" sldId="258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652844300" sldId="259"/>
        </pc:sldMkLst>
      </pc:sldChg>
      <pc:sldChg chg="addSp modSp add mod">
        <pc:chgData name="Adriano Borgatto" userId="e50a874dfa6d3f1a" providerId="LiveId" clId="{BC181C97-953D-4172-B9C0-6D83A184D733}" dt="2022-04-04T14:04:16.654" v="186" actId="20577"/>
        <pc:sldMkLst>
          <pc:docMk/>
          <pc:sldMk cId="1075697645" sldId="259"/>
        </pc:sldMkLst>
      </pc:sldChg>
      <pc:sldChg chg="addSp modSp add mod">
        <pc:chgData name="Adriano Borgatto" userId="e50a874dfa6d3f1a" providerId="LiveId" clId="{BC181C97-953D-4172-B9C0-6D83A184D733}" dt="2022-04-04T14:11:45.587" v="549" actId="1036"/>
        <pc:sldMkLst>
          <pc:docMk/>
          <pc:sldMk cId="2613099061" sldId="260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374184503" sldId="261"/>
        </pc:sldMkLst>
      </pc:sldChg>
      <pc:sldChg chg="addSp modSp add mod">
        <pc:chgData name="Adriano Borgatto" userId="e50a874dfa6d3f1a" providerId="LiveId" clId="{BC181C97-953D-4172-B9C0-6D83A184D733}" dt="2022-04-04T14:20:25.735" v="749" actId="1076"/>
        <pc:sldMkLst>
          <pc:docMk/>
          <pc:sldMk cId="2203118664" sldId="261"/>
        </pc:sldMkLst>
      </pc:sldChg>
      <pc:sldChg chg="addSp delSp modSp add mod">
        <pc:chgData name="Adriano Borgatto" userId="e50a874dfa6d3f1a" providerId="LiveId" clId="{BC181C97-953D-4172-B9C0-6D83A184D733}" dt="2022-04-04T14:20:32.102" v="751"/>
        <pc:sldMkLst>
          <pc:docMk/>
          <pc:sldMk cId="371732222" sldId="262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2611410075" sldId="262"/>
        </pc:sldMkLst>
      </pc:sldChg>
      <pc:sldChg chg="addSp delSp modSp add mod">
        <pc:chgData name="Adriano Borgatto" userId="e50a874dfa6d3f1a" providerId="LiveId" clId="{BC181C97-953D-4172-B9C0-6D83A184D733}" dt="2022-04-04T14:20:38.087" v="753"/>
        <pc:sldMkLst>
          <pc:docMk/>
          <pc:sldMk cId="1158927129" sldId="263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2831347756" sldId="263"/>
        </pc:sldMkLst>
      </pc:sldChg>
      <pc:sldChg chg="addSp modSp add mod">
        <pc:chgData name="Adriano Borgatto" userId="e50a874dfa6d3f1a" providerId="LiveId" clId="{BC181C97-953D-4172-B9C0-6D83A184D733}" dt="2022-04-04T14:24:41.140" v="852" actId="122"/>
        <pc:sldMkLst>
          <pc:docMk/>
          <pc:sldMk cId="1813755357" sldId="264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2014035416" sldId="264"/>
        </pc:sldMkLst>
      </pc:sldChg>
      <pc:sldChg chg="addSp modSp add mod">
        <pc:chgData name="Adriano Borgatto" userId="e50a874dfa6d3f1a" providerId="LiveId" clId="{BC181C97-953D-4172-B9C0-6D83A184D733}" dt="2022-04-04T14:31:32.988" v="902" actId="1035"/>
        <pc:sldMkLst>
          <pc:docMk/>
          <pc:sldMk cId="443477199" sldId="265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4166837138" sldId="265"/>
        </pc:sldMkLst>
      </pc:sldChg>
      <pc:sldChg chg="addSp modSp add mod">
        <pc:chgData name="Adriano Borgatto" userId="e50a874dfa6d3f1a" providerId="LiveId" clId="{BC181C97-953D-4172-B9C0-6D83A184D733}" dt="2022-04-04T16:27:20.060" v="1032" actId="20577"/>
        <pc:sldMkLst>
          <pc:docMk/>
          <pc:sldMk cId="2292630170" sldId="266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3072415336" sldId="266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2207021074" sldId="267"/>
        </pc:sldMkLst>
      </pc:sldChg>
      <pc:sldChg chg="addSp delSp modSp add mod">
        <pc:chgData name="Adriano Borgatto" userId="e50a874dfa6d3f1a" providerId="LiveId" clId="{BC181C97-953D-4172-B9C0-6D83A184D733}" dt="2022-04-04T14:04:12.096" v="185" actId="1038"/>
        <pc:sldMkLst>
          <pc:docMk/>
          <pc:sldMk cId="2969784623" sldId="267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1817576425" sldId="268"/>
        </pc:sldMkLst>
      </pc:sldChg>
      <pc:sldChg chg="addSp delSp modSp add mod">
        <pc:chgData name="Adriano Borgatto" userId="e50a874dfa6d3f1a" providerId="LiveId" clId="{BC181C97-953D-4172-B9C0-6D83A184D733}" dt="2022-04-04T14:15:48.607" v="644" actId="207"/>
        <pc:sldMkLst>
          <pc:docMk/>
          <pc:sldMk cId="1949786334" sldId="268"/>
        </pc:sldMkLst>
      </pc:sldChg>
      <pc:sldChg chg="delSp add del mod">
        <pc:chgData name="Adriano Borgatto" userId="e50a874dfa6d3f1a" providerId="LiveId" clId="{BC181C97-953D-4172-B9C0-6D83A184D733}" dt="2022-04-04T14:15:55.478" v="645" actId="47"/>
        <pc:sldMkLst>
          <pc:docMk/>
          <pc:sldMk cId="1522573566" sldId="269"/>
        </pc:sldMkLst>
      </pc:sldChg>
      <pc:sldChg chg="add">
        <pc:chgData name="Adriano Borgatto" userId="e50a874dfa6d3f1a" providerId="LiveId" clId="{BC181C97-953D-4172-B9C0-6D83A184D733}" dt="2022-04-04T14:13:12.689" v="554" actId="2890"/>
        <pc:sldMkLst>
          <pc:docMk/>
          <pc:sldMk cId="2328634869" sldId="270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2915427500" sldId="270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2992579993" sldId="271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4281397298" sldId="272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2242302329" sldId="273"/>
        </pc:sldMkLst>
      </pc:sldChg>
    </pc:docChg>
  </pc:docChgLst>
  <pc:docChgLst>
    <pc:chgData name="Adriano Borgatto" userId="e50a874dfa6d3f1a" providerId="LiveId" clId="{C44BD5C6-C92A-4990-911F-28F9A2FB6307}"/>
    <pc:docChg chg="undo custSel addSld modSld">
      <pc:chgData name="Adriano Borgatto" userId="e50a874dfa6d3f1a" providerId="LiveId" clId="{C44BD5C6-C92A-4990-911F-28F9A2FB6307}" dt="2025-09-11T13:16:16.610" v="28" actId="14100"/>
      <pc:docMkLst>
        <pc:docMk/>
      </pc:docMkLst>
      <pc:sldChg chg="modSp mod">
        <pc:chgData name="Adriano Borgatto" userId="e50a874dfa6d3f1a" providerId="LiveId" clId="{C44BD5C6-C92A-4990-911F-28F9A2FB6307}" dt="2025-09-11T13:15:45.256" v="22" actId="20577"/>
        <pc:sldMkLst>
          <pc:docMk/>
          <pc:sldMk cId="1097531658" sldId="277"/>
        </pc:sldMkLst>
        <pc:spChg chg="mod">
          <ac:chgData name="Adriano Borgatto" userId="e50a874dfa6d3f1a" providerId="LiveId" clId="{C44BD5C6-C92A-4990-911F-28F9A2FB6307}" dt="2025-09-11T13:15:45.256" v="22" actId="20577"/>
          <ac:spMkLst>
            <pc:docMk/>
            <pc:sldMk cId="1097531658" sldId="277"/>
            <ac:spMk id="3" creationId="{090AEAA6-AF14-47DA-A06D-0D82521CC62E}"/>
          </ac:spMkLst>
        </pc:spChg>
      </pc:sldChg>
      <pc:sldChg chg="addSp delSp modSp add mod">
        <pc:chgData name="Adriano Borgatto" userId="e50a874dfa6d3f1a" providerId="LiveId" clId="{C44BD5C6-C92A-4990-911F-28F9A2FB6307}" dt="2025-09-11T13:16:16.610" v="28" actId="14100"/>
        <pc:sldMkLst>
          <pc:docMk/>
          <pc:sldMk cId="4124487297" sldId="285"/>
        </pc:sldMkLst>
        <pc:spChg chg="add">
          <ac:chgData name="Adriano Borgatto" userId="e50a874dfa6d3f1a" providerId="LiveId" clId="{C44BD5C6-C92A-4990-911F-28F9A2FB6307}" dt="2025-09-11T13:16:05.321" v="25"/>
          <ac:spMkLst>
            <pc:docMk/>
            <pc:sldMk cId="4124487297" sldId="285"/>
            <ac:spMk id="2" creationId="{21CF8331-58E5-7B76-1B69-799A754C0551}"/>
          </ac:spMkLst>
        </pc:spChg>
        <pc:spChg chg="del">
          <ac:chgData name="Adriano Borgatto" userId="e50a874dfa6d3f1a" providerId="LiveId" clId="{C44BD5C6-C92A-4990-911F-28F9A2FB6307}" dt="2025-09-11T13:15:55.921" v="24" actId="478"/>
          <ac:spMkLst>
            <pc:docMk/>
            <pc:sldMk cId="4124487297" sldId="285"/>
            <ac:spMk id="13" creationId="{A69C8D02-8FB8-5EF9-98DF-419DB73A9417}"/>
          </ac:spMkLst>
        </pc:spChg>
        <pc:spChg chg="del">
          <ac:chgData name="Adriano Borgatto" userId="e50a874dfa6d3f1a" providerId="LiveId" clId="{C44BD5C6-C92A-4990-911F-28F9A2FB6307}" dt="2025-09-11T13:15:55.921" v="24" actId="478"/>
          <ac:spMkLst>
            <pc:docMk/>
            <pc:sldMk cId="4124487297" sldId="285"/>
            <ac:spMk id="19" creationId="{E1464A9A-167A-60FC-F8AA-314E38BAAC2A}"/>
          </ac:spMkLst>
        </pc:spChg>
        <pc:spChg chg="del">
          <ac:chgData name="Adriano Borgatto" userId="e50a874dfa6d3f1a" providerId="LiveId" clId="{C44BD5C6-C92A-4990-911F-28F9A2FB6307}" dt="2025-09-11T13:15:55.921" v="24" actId="478"/>
          <ac:spMkLst>
            <pc:docMk/>
            <pc:sldMk cId="4124487297" sldId="285"/>
            <ac:spMk id="24" creationId="{86B8FC44-2384-0426-6F9D-AD02F8ECC0E5}"/>
          </ac:spMkLst>
        </pc:spChg>
        <pc:spChg chg="del">
          <ac:chgData name="Adriano Borgatto" userId="e50a874dfa6d3f1a" providerId="LiveId" clId="{C44BD5C6-C92A-4990-911F-28F9A2FB6307}" dt="2025-09-11T13:15:55.921" v="24" actId="478"/>
          <ac:spMkLst>
            <pc:docMk/>
            <pc:sldMk cId="4124487297" sldId="285"/>
            <ac:spMk id="28" creationId="{7A14E269-E556-FFF0-2B7E-32E0DB791079}"/>
          </ac:spMkLst>
        </pc:spChg>
        <pc:spChg chg="del">
          <ac:chgData name="Adriano Borgatto" userId="e50a874dfa6d3f1a" providerId="LiveId" clId="{C44BD5C6-C92A-4990-911F-28F9A2FB6307}" dt="2025-09-11T13:15:55.921" v="24" actId="478"/>
          <ac:spMkLst>
            <pc:docMk/>
            <pc:sldMk cId="4124487297" sldId="285"/>
            <ac:spMk id="35" creationId="{F0D059EA-786F-B1AC-F4B4-A9A64B3DEE93}"/>
          </ac:spMkLst>
        </pc:spChg>
        <pc:spChg chg="del">
          <ac:chgData name="Adriano Borgatto" userId="e50a874dfa6d3f1a" providerId="LiveId" clId="{C44BD5C6-C92A-4990-911F-28F9A2FB6307}" dt="2025-09-11T13:15:55.921" v="24" actId="478"/>
          <ac:spMkLst>
            <pc:docMk/>
            <pc:sldMk cId="4124487297" sldId="285"/>
            <ac:spMk id="38" creationId="{B6EC2E1F-7883-A793-E1B2-877D60CB01B5}"/>
          </ac:spMkLst>
        </pc:spChg>
        <pc:spChg chg="del">
          <ac:chgData name="Adriano Borgatto" userId="e50a874dfa6d3f1a" providerId="LiveId" clId="{C44BD5C6-C92A-4990-911F-28F9A2FB6307}" dt="2025-09-11T13:15:55.921" v="24" actId="478"/>
          <ac:spMkLst>
            <pc:docMk/>
            <pc:sldMk cId="4124487297" sldId="285"/>
            <ac:spMk id="42" creationId="{EBCA5A8D-30B9-9A2A-D2B9-5DC65B16A688}"/>
          </ac:spMkLst>
        </pc:spChg>
        <pc:spChg chg="del">
          <ac:chgData name="Adriano Borgatto" userId="e50a874dfa6d3f1a" providerId="LiveId" clId="{C44BD5C6-C92A-4990-911F-28F9A2FB6307}" dt="2025-09-11T13:15:55.921" v="24" actId="478"/>
          <ac:spMkLst>
            <pc:docMk/>
            <pc:sldMk cId="4124487297" sldId="285"/>
            <ac:spMk id="46" creationId="{B34A5C3D-C7AD-08A6-DBDD-C77FDB7A2687}"/>
          </ac:spMkLst>
        </pc:spChg>
        <pc:spChg chg="del">
          <ac:chgData name="Adriano Borgatto" userId="e50a874dfa6d3f1a" providerId="LiveId" clId="{C44BD5C6-C92A-4990-911F-28F9A2FB6307}" dt="2025-09-11T13:15:55.921" v="24" actId="478"/>
          <ac:spMkLst>
            <pc:docMk/>
            <pc:sldMk cId="4124487297" sldId="285"/>
            <ac:spMk id="61" creationId="{3F6B8B0C-6F04-AF7F-4311-5FC1DBB9F5DD}"/>
          </ac:spMkLst>
        </pc:spChg>
        <pc:spChg chg="del">
          <ac:chgData name="Adriano Borgatto" userId="e50a874dfa6d3f1a" providerId="LiveId" clId="{C44BD5C6-C92A-4990-911F-28F9A2FB6307}" dt="2025-09-11T13:15:55.921" v="24" actId="478"/>
          <ac:spMkLst>
            <pc:docMk/>
            <pc:sldMk cId="4124487297" sldId="285"/>
            <ac:spMk id="66" creationId="{CED8B811-C323-6815-B843-49C8676ECD0E}"/>
          </ac:spMkLst>
        </pc:spChg>
        <pc:picChg chg="add mod">
          <ac:chgData name="Adriano Borgatto" userId="e50a874dfa6d3f1a" providerId="LiveId" clId="{C44BD5C6-C92A-4990-911F-28F9A2FB6307}" dt="2025-09-11T13:16:16.610" v="28" actId="14100"/>
          <ac:picMkLst>
            <pc:docMk/>
            <pc:sldMk cId="4124487297" sldId="285"/>
            <ac:picMk id="7" creationId="{56E52315-9C44-B31D-1434-9A1DCCE954B0}"/>
          </ac:picMkLst>
        </pc:picChg>
      </pc:sldChg>
    </pc:docChg>
  </pc:docChgLst>
  <pc:docChgLst>
    <pc:chgData name="Adriano Borgatto" userId="e50a874dfa6d3f1a" providerId="LiveId" clId="{809DC503-5441-47DA-88A0-4D6338388B18}"/>
    <pc:docChg chg="modSld">
      <pc:chgData name="Adriano Borgatto" userId="e50a874dfa6d3f1a" providerId="LiveId" clId="{809DC503-5441-47DA-88A0-4D6338388B18}" dt="2022-08-12T19:26:49.592" v="0" actId="20577"/>
      <pc:docMkLst>
        <pc:docMk/>
      </pc:docMkLst>
      <pc:sldChg chg="modSp mod">
        <pc:chgData name="Adriano Borgatto" userId="e50a874dfa6d3f1a" providerId="LiveId" clId="{809DC503-5441-47DA-88A0-4D6338388B18}" dt="2022-08-12T19:26:49.592" v="0" actId="20577"/>
        <pc:sldMkLst>
          <pc:docMk/>
          <pc:sldMk cId="0" sldId="256"/>
        </pc:sldMkLst>
      </pc:sldChg>
    </pc:docChg>
  </pc:docChgLst>
  <pc:docChgLst>
    <pc:chgData name="Adriano Borgatto" userId="e50a874dfa6d3f1a" providerId="LiveId" clId="{551CE51C-8E87-457B-B95A-459F85C8EE67}"/>
    <pc:docChg chg="modSld">
      <pc:chgData name="Adriano Borgatto" userId="e50a874dfa6d3f1a" providerId="LiveId" clId="{551CE51C-8E87-457B-B95A-459F85C8EE67}" dt="2023-02-28T11:32:33.785" v="1" actId="20577"/>
      <pc:docMkLst>
        <pc:docMk/>
      </pc:docMkLst>
      <pc:sldChg chg="modSp mod">
        <pc:chgData name="Adriano Borgatto" userId="e50a874dfa6d3f1a" providerId="LiveId" clId="{551CE51C-8E87-457B-B95A-459F85C8EE67}" dt="2023-02-28T11:32:33.785" v="1" actId="20577"/>
        <pc:sldMkLst>
          <pc:docMk/>
          <pc:sldMk cId="0" sldId="256"/>
        </pc:sldMkLst>
      </pc:sldChg>
    </pc:docChg>
  </pc:docChgLst>
  <pc:docChgLst>
    <pc:chgData name="Adriano Borgatto" userId="e50a874dfa6d3f1a" providerId="LiveId" clId="{88C1CB35-E29F-4286-B8A1-553BE109C0B3}"/>
    <pc:docChg chg="undo custSel addSld delSld modSld">
      <pc:chgData name="Adriano Borgatto" userId="e50a874dfa6d3f1a" providerId="LiveId" clId="{88C1CB35-E29F-4286-B8A1-553BE109C0B3}" dt="2022-04-04T17:21:39.139" v="1585" actId="47"/>
      <pc:docMkLst>
        <pc:docMk/>
      </pc:docMkLst>
      <pc:sldChg chg="addSp delSp modSp mod">
        <pc:chgData name="Adriano Borgatto" userId="e50a874dfa6d3f1a" providerId="LiveId" clId="{88C1CB35-E29F-4286-B8A1-553BE109C0B3}" dt="2022-04-04T16:38:57.382" v="202" actId="20577"/>
        <pc:sldMkLst>
          <pc:docMk/>
          <pc:sldMk cId="0" sldId="258"/>
        </pc:sldMkLst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1075697645" sldId="259"/>
        </pc:sldMkLst>
      </pc:sldChg>
      <pc:sldChg chg="addSp modSp add mod">
        <pc:chgData name="Adriano Borgatto" userId="e50a874dfa6d3f1a" providerId="LiveId" clId="{88C1CB35-E29F-4286-B8A1-553BE109C0B3}" dt="2022-04-04T16:39:18.730" v="216" actId="1035"/>
        <pc:sldMkLst>
          <pc:docMk/>
          <pc:sldMk cId="1149392784" sldId="259"/>
        </pc:sldMkLst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2613099061" sldId="260"/>
        </pc:sldMkLst>
      </pc:sldChg>
      <pc:sldChg chg="addSp modSp add mod">
        <pc:chgData name="Adriano Borgatto" userId="e50a874dfa6d3f1a" providerId="LiveId" clId="{88C1CB35-E29F-4286-B8A1-553BE109C0B3}" dt="2022-04-04T16:40:39.444" v="231" actId="20577"/>
        <pc:sldMkLst>
          <pc:docMk/>
          <pc:sldMk cId="3068761576" sldId="260"/>
        </pc:sldMkLst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2203118664" sldId="261"/>
        </pc:sldMkLst>
      </pc:sldChg>
      <pc:sldChg chg="addSp modSp add mod">
        <pc:chgData name="Adriano Borgatto" userId="e50a874dfa6d3f1a" providerId="LiveId" clId="{88C1CB35-E29F-4286-B8A1-553BE109C0B3}" dt="2022-04-04T17:10:29.109" v="1128" actId="1076"/>
        <pc:sldMkLst>
          <pc:docMk/>
          <pc:sldMk cId="3273345463" sldId="261"/>
        </pc:sldMkLst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371732222" sldId="262"/>
        </pc:sldMkLst>
      </pc:sldChg>
      <pc:sldChg chg="addSp delSp modSp add mod">
        <pc:chgData name="Adriano Borgatto" userId="e50a874dfa6d3f1a" providerId="LiveId" clId="{88C1CB35-E29F-4286-B8A1-553BE109C0B3}" dt="2022-04-04T16:58:49.027" v="745" actId="1038"/>
        <pc:sldMkLst>
          <pc:docMk/>
          <pc:sldMk cId="2926345594" sldId="262"/>
        </pc:sldMkLst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1158927129" sldId="263"/>
        </pc:sldMkLst>
      </pc:sldChg>
      <pc:sldChg chg="addSp delSp modSp add mod">
        <pc:chgData name="Adriano Borgatto" userId="e50a874dfa6d3f1a" providerId="LiveId" clId="{88C1CB35-E29F-4286-B8A1-553BE109C0B3}" dt="2022-04-04T17:00:35.717" v="806" actId="14100"/>
        <pc:sldMkLst>
          <pc:docMk/>
          <pc:sldMk cId="2647841580" sldId="263"/>
        </pc:sldMkLst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1813755357" sldId="264"/>
        </pc:sldMkLst>
      </pc:sldChg>
      <pc:sldChg chg="addSp modSp add mod">
        <pc:chgData name="Adriano Borgatto" userId="e50a874dfa6d3f1a" providerId="LiveId" clId="{88C1CB35-E29F-4286-B8A1-553BE109C0B3}" dt="2022-04-04T17:01:05.446" v="822" actId="1035"/>
        <pc:sldMkLst>
          <pc:docMk/>
          <pc:sldMk cId="2634771876" sldId="264"/>
        </pc:sldMkLst>
      </pc:sldChg>
      <pc:sldChg chg="addSp delSp modSp add mod">
        <pc:chgData name="Adriano Borgatto" userId="e50a874dfa6d3f1a" providerId="LiveId" clId="{88C1CB35-E29F-4286-B8A1-553BE109C0B3}" dt="2022-04-04T17:04:18.384" v="902" actId="179"/>
        <pc:sldMkLst>
          <pc:docMk/>
          <pc:sldMk cId="269759791" sldId="265"/>
        </pc:sldMkLst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443477199" sldId="265"/>
        </pc:sldMkLst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2292630170" sldId="266"/>
        </pc:sldMkLst>
      </pc:sldChg>
      <pc:sldChg chg="addSp modSp add mod">
        <pc:chgData name="Adriano Borgatto" userId="e50a874dfa6d3f1a" providerId="LiveId" clId="{88C1CB35-E29F-4286-B8A1-553BE109C0B3}" dt="2022-04-04T17:05:35.151" v="935" actId="20577"/>
        <pc:sldMkLst>
          <pc:docMk/>
          <pc:sldMk cId="2364387731" sldId="266"/>
        </pc:sldMkLst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2969784623" sldId="267"/>
        </pc:sldMkLst>
      </pc:sldChg>
      <pc:sldChg chg="addSp modSp add mod">
        <pc:chgData name="Adriano Borgatto" userId="e50a874dfa6d3f1a" providerId="LiveId" clId="{88C1CB35-E29F-4286-B8A1-553BE109C0B3}" dt="2022-04-04T17:07:43.821" v="1039" actId="20577"/>
        <pc:sldMkLst>
          <pc:docMk/>
          <pc:sldMk cId="3303473955" sldId="267"/>
        </pc:sldMkLst>
      </pc:sldChg>
      <pc:sldChg chg="addSp modSp add mod">
        <pc:chgData name="Adriano Borgatto" userId="e50a874dfa6d3f1a" providerId="LiveId" clId="{88C1CB35-E29F-4286-B8A1-553BE109C0B3}" dt="2022-04-04T17:09:25.638" v="1099" actId="1036"/>
        <pc:sldMkLst>
          <pc:docMk/>
          <pc:sldMk cId="1415369606" sldId="268"/>
        </pc:sldMkLst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1949786334" sldId="268"/>
        </pc:sldMkLst>
      </pc:sldChg>
      <pc:sldChg chg="addSp delSp modSp add mod">
        <pc:chgData name="Adriano Borgatto" userId="e50a874dfa6d3f1a" providerId="LiveId" clId="{88C1CB35-E29F-4286-B8A1-553BE109C0B3}" dt="2022-04-04T17:16:51.002" v="1258" actId="208"/>
        <pc:sldMkLst>
          <pc:docMk/>
          <pc:sldMk cId="3836620619" sldId="269"/>
        </pc:sldMkLst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2328634869" sldId="270"/>
        </pc:sldMkLst>
      </pc:sldChg>
      <pc:sldChg chg="addSp modSp add mod">
        <pc:chgData name="Adriano Borgatto" userId="e50a874dfa6d3f1a" providerId="LiveId" clId="{88C1CB35-E29F-4286-B8A1-553BE109C0B3}" dt="2022-04-04T17:17:25.336" v="1278" actId="1035"/>
        <pc:sldMkLst>
          <pc:docMk/>
          <pc:sldMk cId="3908284636" sldId="270"/>
        </pc:sldMkLst>
      </pc:sldChg>
      <pc:sldChg chg="addSp delSp modSp add mod">
        <pc:chgData name="Adriano Borgatto" userId="e50a874dfa6d3f1a" providerId="LiveId" clId="{88C1CB35-E29F-4286-B8A1-553BE109C0B3}" dt="2022-04-04T17:21:22.487" v="1584" actId="14100"/>
        <pc:sldMkLst>
          <pc:docMk/>
          <pc:sldMk cId="2934819853" sldId="271"/>
        </pc:sldMkLst>
      </pc:sldChg>
      <pc:sldChg chg="add del">
        <pc:chgData name="Adriano Borgatto" userId="e50a874dfa6d3f1a" providerId="LiveId" clId="{88C1CB35-E29F-4286-B8A1-553BE109C0B3}" dt="2022-04-04T17:21:39.139" v="1585" actId="47"/>
        <pc:sldMkLst>
          <pc:docMk/>
          <pc:sldMk cId="4240375357" sldId="272"/>
        </pc:sldMkLst>
      </pc:sldChg>
    </pc:docChg>
  </pc:docChgLst>
  <pc:docChgLst>
    <pc:chgData name="Adriano Borgatto" userId="e50a874dfa6d3f1a" providerId="LiveId" clId="{DB312EFC-473C-46F4-9869-5058BFF29761}"/>
    <pc:docChg chg="delSld modSld">
      <pc:chgData name="Adriano Borgatto" userId="e50a874dfa6d3f1a" providerId="LiveId" clId="{DB312EFC-473C-46F4-9869-5058BFF29761}" dt="2022-03-25T10:55:51.031" v="187" actId="47"/>
      <pc:docMkLst>
        <pc:docMk/>
      </pc:docMkLst>
      <pc:sldChg chg="modSp mod">
        <pc:chgData name="Adriano Borgatto" userId="e50a874dfa6d3f1a" providerId="LiveId" clId="{DB312EFC-473C-46F4-9869-5058BFF29761}" dt="2022-03-25T10:54:52.446" v="175" actId="20577"/>
        <pc:sldMkLst>
          <pc:docMk/>
          <pc:sldMk cId="3323713584" sldId="269"/>
        </pc:sldMkLst>
      </pc:sldChg>
      <pc:sldChg chg="del">
        <pc:chgData name="Adriano Borgatto" userId="e50a874dfa6d3f1a" providerId="LiveId" clId="{DB312EFC-473C-46F4-9869-5058BFF29761}" dt="2022-03-25T10:55:10.503" v="176" actId="47"/>
        <pc:sldMkLst>
          <pc:docMk/>
          <pc:sldMk cId="2915427500" sldId="270"/>
        </pc:sldMkLst>
      </pc:sldChg>
      <pc:sldChg chg="del">
        <pc:chgData name="Adriano Borgatto" userId="e50a874dfa6d3f1a" providerId="LiveId" clId="{DB312EFC-473C-46F4-9869-5058BFF29761}" dt="2022-03-25T10:55:41.886" v="177" actId="47"/>
        <pc:sldMkLst>
          <pc:docMk/>
          <pc:sldMk cId="2242302329" sldId="273"/>
        </pc:sldMkLst>
      </pc:sldChg>
      <pc:sldChg chg="del">
        <pc:chgData name="Adriano Borgatto" userId="e50a874dfa6d3f1a" providerId="LiveId" clId="{DB312EFC-473C-46F4-9869-5058BFF29761}" dt="2022-03-25T10:55:43.574" v="178" actId="47"/>
        <pc:sldMkLst>
          <pc:docMk/>
          <pc:sldMk cId="1633450635" sldId="274"/>
        </pc:sldMkLst>
      </pc:sldChg>
      <pc:sldChg chg="del">
        <pc:chgData name="Adriano Borgatto" userId="e50a874dfa6d3f1a" providerId="LiveId" clId="{DB312EFC-473C-46F4-9869-5058BFF29761}" dt="2022-03-25T10:55:44.011" v="179" actId="47"/>
        <pc:sldMkLst>
          <pc:docMk/>
          <pc:sldMk cId="2013310454" sldId="275"/>
        </pc:sldMkLst>
      </pc:sldChg>
      <pc:sldChg chg="del">
        <pc:chgData name="Adriano Borgatto" userId="e50a874dfa6d3f1a" providerId="LiveId" clId="{DB312EFC-473C-46F4-9869-5058BFF29761}" dt="2022-03-25T10:55:44.495" v="180" actId="47"/>
        <pc:sldMkLst>
          <pc:docMk/>
          <pc:sldMk cId="2583529786" sldId="276"/>
        </pc:sldMkLst>
      </pc:sldChg>
      <pc:sldChg chg="del">
        <pc:chgData name="Adriano Borgatto" userId="e50a874dfa6d3f1a" providerId="LiveId" clId="{DB312EFC-473C-46F4-9869-5058BFF29761}" dt="2022-03-25T10:55:45.979" v="183" actId="47"/>
        <pc:sldMkLst>
          <pc:docMk/>
          <pc:sldMk cId="1339448667" sldId="277"/>
        </pc:sldMkLst>
      </pc:sldChg>
      <pc:sldChg chg="del">
        <pc:chgData name="Adriano Borgatto" userId="e50a874dfa6d3f1a" providerId="LiveId" clId="{DB312EFC-473C-46F4-9869-5058BFF29761}" dt="2022-03-25T10:55:48.073" v="185" actId="47"/>
        <pc:sldMkLst>
          <pc:docMk/>
          <pc:sldMk cId="2586773552" sldId="278"/>
        </pc:sldMkLst>
      </pc:sldChg>
      <pc:sldChg chg="del">
        <pc:chgData name="Adriano Borgatto" userId="e50a874dfa6d3f1a" providerId="LiveId" clId="{DB312EFC-473C-46F4-9869-5058BFF29761}" dt="2022-03-25T10:55:44.886" v="181" actId="47"/>
        <pc:sldMkLst>
          <pc:docMk/>
          <pc:sldMk cId="721540076" sldId="279"/>
        </pc:sldMkLst>
      </pc:sldChg>
      <pc:sldChg chg="del">
        <pc:chgData name="Adriano Borgatto" userId="e50a874dfa6d3f1a" providerId="LiveId" clId="{DB312EFC-473C-46F4-9869-5058BFF29761}" dt="2022-03-25T10:55:45.276" v="182" actId="47"/>
        <pc:sldMkLst>
          <pc:docMk/>
          <pc:sldMk cId="1462201852" sldId="280"/>
        </pc:sldMkLst>
      </pc:sldChg>
      <pc:sldChg chg="del">
        <pc:chgData name="Adriano Borgatto" userId="e50a874dfa6d3f1a" providerId="LiveId" clId="{DB312EFC-473C-46F4-9869-5058BFF29761}" dt="2022-03-25T10:55:46.917" v="184" actId="47"/>
        <pc:sldMkLst>
          <pc:docMk/>
          <pc:sldMk cId="1074258053" sldId="281"/>
        </pc:sldMkLst>
      </pc:sldChg>
      <pc:sldChg chg="del">
        <pc:chgData name="Adriano Borgatto" userId="e50a874dfa6d3f1a" providerId="LiveId" clId="{DB312EFC-473C-46F4-9869-5058BFF29761}" dt="2022-03-25T10:55:48.854" v="186" actId="47"/>
        <pc:sldMkLst>
          <pc:docMk/>
          <pc:sldMk cId="793995259" sldId="282"/>
        </pc:sldMkLst>
      </pc:sldChg>
      <pc:sldChg chg="del">
        <pc:chgData name="Adriano Borgatto" userId="e50a874dfa6d3f1a" providerId="LiveId" clId="{DB312EFC-473C-46F4-9869-5058BFF29761}" dt="2022-03-25T10:55:51.031" v="187" actId="47"/>
        <pc:sldMkLst>
          <pc:docMk/>
          <pc:sldMk cId="707468304" sldId="283"/>
        </pc:sldMkLst>
      </pc:sldChg>
    </pc:docChg>
  </pc:docChgLst>
  <pc:docChgLst>
    <pc:chgData name="Adriano Borgatto" userId="e50a874dfa6d3f1a" providerId="LiveId" clId="{2BD81D8F-76F9-42EF-9C40-21B2B11E20EF}"/>
    <pc:docChg chg="undo custSel addSld delSld modSld">
      <pc:chgData name="Adriano Borgatto" userId="e50a874dfa6d3f1a" providerId="LiveId" clId="{2BD81D8F-76F9-42EF-9C40-21B2B11E20EF}" dt="2022-04-05T14:35:56.712" v="1049" actId="47"/>
      <pc:docMkLst>
        <pc:docMk/>
      </pc:docMkLst>
      <pc:sldChg chg="modSp mod">
        <pc:chgData name="Adriano Borgatto" userId="e50a874dfa6d3f1a" providerId="LiveId" clId="{2BD81D8F-76F9-42EF-9C40-21B2B11E20EF}" dt="2022-04-05T13:22:29.565" v="19" actId="20577"/>
        <pc:sldMkLst>
          <pc:docMk/>
          <pc:sldMk cId="0" sldId="256"/>
        </pc:sldMkLst>
      </pc:sldChg>
      <pc:sldChg chg="addSp delSp modSp mod">
        <pc:chgData name="Adriano Borgatto" userId="e50a874dfa6d3f1a" providerId="LiveId" clId="{2BD81D8F-76F9-42EF-9C40-21B2B11E20EF}" dt="2022-04-05T13:38:02.846" v="96" actId="255"/>
        <pc:sldMkLst>
          <pc:docMk/>
          <pc:sldMk cId="3945532463" sldId="272"/>
        </pc:sldMkLst>
      </pc:sldChg>
      <pc:sldChg chg="del">
        <pc:chgData name="Adriano Borgatto" userId="e50a874dfa6d3f1a" providerId="LiveId" clId="{2BD81D8F-76F9-42EF-9C40-21B2B11E20EF}" dt="2022-04-05T13:30:19.886" v="20" actId="47"/>
        <pc:sldMkLst>
          <pc:docMk/>
          <pc:sldMk cId="905316025" sldId="273"/>
        </pc:sldMkLst>
      </pc:sldChg>
      <pc:sldChg chg="addSp delSp modSp add mod">
        <pc:chgData name="Adriano Borgatto" userId="e50a874dfa6d3f1a" providerId="LiveId" clId="{2BD81D8F-76F9-42EF-9C40-21B2B11E20EF}" dt="2022-04-05T13:39:05.094" v="109" actId="255"/>
        <pc:sldMkLst>
          <pc:docMk/>
          <pc:sldMk cId="3174244307" sldId="273"/>
        </pc:sldMkLst>
      </pc:sldChg>
      <pc:sldChg chg="addSp modSp add">
        <pc:chgData name="Adriano Borgatto" userId="e50a874dfa6d3f1a" providerId="LiveId" clId="{2BD81D8F-76F9-42EF-9C40-21B2B11E20EF}" dt="2022-04-05T13:39:24.667" v="112"/>
        <pc:sldMkLst>
          <pc:docMk/>
          <pc:sldMk cId="1633450635" sldId="274"/>
        </pc:sldMkLst>
      </pc:sldChg>
      <pc:sldChg chg="addSp modSp add">
        <pc:chgData name="Adriano Borgatto" userId="e50a874dfa6d3f1a" providerId="LiveId" clId="{2BD81D8F-76F9-42EF-9C40-21B2B11E20EF}" dt="2022-04-05T13:39:38.537" v="113"/>
        <pc:sldMkLst>
          <pc:docMk/>
          <pc:sldMk cId="2013310454" sldId="275"/>
        </pc:sldMkLst>
      </pc:sldChg>
      <pc:sldChg chg="addSp modSp add mod">
        <pc:chgData name="Adriano Borgatto" userId="e50a874dfa6d3f1a" providerId="LiveId" clId="{2BD81D8F-76F9-42EF-9C40-21B2B11E20EF}" dt="2022-04-05T13:40:42.746" v="137" actId="6549"/>
        <pc:sldMkLst>
          <pc:docMk/>
          <pc:sldMk cId="2583529786" sldId="276"/>
        </pc:sldMkLst>
      </pc:sldChg>
      <pc:sldChg chg="addSp modSp add mod">
        <pc:chgData name="Adriano Borgatto" userId="e50a874dfa6d3f1a" providerId="LiveId" clId="{2BD81D8F-76F9-42EF-9C40-21B2B11E20EF}" dt="2022-04-05T13:41:39.894" v="159" actId="20577"/>
        <pc:sldMkLst>
          <pc:docMk/>
          <pc:sldMk cId="1339448667" sldId="277"/>
        </pc:sldMkLst>
      </pc:sldChg>
      <pc:sldChg chg="addSp modSp add mod">
        <pc:chgData name="Adriano Borgatto" userId="e50a874dfa6d3f1a" providerId="LiveId" clId="{2BD81D8F-76F9-42EF-9C40-21B2B11E20EF}" dt="2022-04-05T13:42:03.037" v="187" actId="1035"/>
        <pc:sldMkLst>
          <pc:docMk/>
          <pc:sldMk cId="2586773552" sldId="278"/>
        </pc:sldMkLst>
      </pc:sldChg>
      <pc:sldChg chg="addSp delSp modSp add mod">
        <pc:chgData name="Adriano Borgatto" userId="e50a874dfa6d3f1a" providerId="LiveId" clId="{2BD81D8F-76F9-42EF-9C40-21B2B11E20EF}" dt="2022-04-05T13:45:20.666" v="263" actId="20577"/>
        <pc:sldMkLst>
          <pc:docMk/>
          <pc:sldMk cId="2444337337" sldId="279"/>
        </pc:sldMkLst>
      </pc:sldChg>
      <pc:sldChg chg="addSp delSp modSp add mod">
        <pc:chgData name="Adriano Borgatto" userId="e50a874dfa6d3f1a" providerId="LiveId" clId="{2BD81D8F-76F9-42EF-9C40-21B2B11E20EF}" dt="2022-04-05T13:46:12.146" v="300" actId="207"/>
        <pc:sldMkLst>
          <pc:docMk/>
          <pc:sldMk cId="1742753214" sldId="280"/>
        </pc:sldMkLst>
      </pc:sldChg>
      <pc:sldChg chg="addSp modSp add mod">
        <pc:chgData name="Adriano Borgatto" userId="e50a874dfa6d3f1a" providerId="LiveId" clId="{2BD81D8F-76F9-42EF-9C40-21B2B11E20EF}" dt="2022-04-05T13:48:02.672" v="395" actId="255"/>
        <pc:sldMkLst>
          <pc:docMk/>
          <pc:sldMk cId="1319835411" sldId="281"/>
        </pc:sldMkLst>
      </pc:sldChg>
      <pc:sldChg chg="addSp modSp add mod">
        <pc:chgData name="Adriano Borgatto" userId="e50a874dfa6d3f1a" providerId="LiveId" clId="{2BD81D8F-76F9-42EF-9C40-21B2B11E20EF}" dt="2022-04-05T13:50:54.075" v="432" actId="1035"/>
        <pc:sldMkLst>
          <pc:docMk/>
          <pc:sldMk cId="583429500" sldId="282"/>
        </pc:sldMkLst>
      </pc:sldChg>
      <pc:sldChg chg="addSp delSp modSp add mod">
        <pc:chgData name="Adriano Borgatto" userId="e50a874dfa6d3f1a" providerId="LiveId" clId="{2BD81D8F-76F9-42EF-9C40-21B2B11E20EF}" dt="2022-04-05T14:00:20.929" v="563" actId="208"/>
        <pc:sldMkLst>
          <pc:docMk/>
          <pc:sldMk cId="1703279597" sldId="283"/>
        </pc:sldMkLst>
      </pc:sldChg>
      <pc:sldChg chg="addSp modSp add mod">
        <pc:chgData name="Adriano Borgatto" userId="e50a874dfa6d3f1a" providerId="LiveId" clId="{2BD81D8F-76F9-42EF-9C40-21B2B11E20EF}" dt="2022-04-05T14:35:48.839" v="1048" actId="20577"/>
        <pc:sldMkLst>
          <pc:docMk/>
          <pc:sldMk cId="3136067746" sldId="284"/>
        </pc:sldMkLst>
      </pc:sldChg>
      <pc:sldChg chg="addSp modSp add mod">
        <pc:chgData name="Adriano Borgatto" userId="e50a874dfa6d3f1a" providerId="LiveId" clId="{2BD81D8F-76F9-42EF-9C40-21B2B11E20EF}" dt="2022-04-05T14:33:49.110" v="693" actId="1038"/>
        <pc:sldMkLst>
          <pc:docMk/>
          <pc:sldMk cId="1647466032" sldId="285"/>
        </pc:sldMkLst>
      </pc:sldChg>
      <pc:sldChg chg="add del">
        <pc:chgData name="Adriano Borgatto" userId="e50a874dfa6d3f1a" providerId="LiveId" clId="{2BD81D8F-76F9-42EF-9C40-21B2B11E20EF}" dt="2022-04-05T14:35:56.712" v="1049" actId="47"/>
        <pc:sldMkLst>
          <pc:docMk/>
          <pc:sldMk cId="3436632986" sldId="286"/>
        </pc:sldMkLst>
      </pc:sldChg>
      <pc:sldChg chg="add del">
        <pc:chgData name="Adriano Borgatto" userId="e50a874dfa6d3f1a" providerId="LiveId" clId="{2BD81D8F-76F9-42EF-9C40-21B2B11E20EF}" dt="2022-04-05T14:35:56.712" v="1049" actId="47"/>
        <pc:sldMkLst>
          <pc:docMk/>
          <pc:sldMk cId="2972612044" sldId="287"/>
        </pc:sldMkLst>
      </pc:sldChg>
      <pc:sldChg chg="add del">
        <pc:chgData name="Adriano Borgatto" userId="e50a874dfa6d3f1a" providerId="LiveId" clId="{2BD81D8F-76F9-42EF-9C40-21B2B11E20EF}" dt="2022-04-05T14:35:56.712" v="1049" actId="47"/>
        <pc:sldMkLst>
          <pc:docMk/>
          <pc:sldMk cId="4221261969" sldId="288"/>
        </pc:sldMkLst>
      </pc:sldChg>
      <pc:sldChg chg="add del">
        <pc:chgData name="Adriano Borgatto" userId="e50a874dfa6d3f1a" providerId="LiveId" clId="{2BD81D8F-76F9-42EF-9C40-21B2B11E20EF}" dt="2022-04-05T14:35:56.712" v="1049" actId="47"/>
        <pc:sldMkLst>
          <pc:docMk/>
          <pc:sldMk cId="1695213650" sldId="289"/>
        </pc:sldMkLst>
      </pc:sldChg>
      <pc:sldChg chg="addSp delSp modSp add mod">
        <pc:chgData name="Adriano Borgatto" userId="e50a874dfa6d3f1a" providerId="LiveId" clId="{2BD81D8F-76F9-42EF-9C40-21B2B11E20EF}" dt="2022-04-05T14:29:45.854" v="626"/>
        <pc:sldMkLst>
          <pc:docMk/>
          <pc:sldMk cId="2498392080" sldId="290"/>
        </pc:sldMkLst>
      </pc:sldChg>
    </pc:docChg>
  </pc:docChgLst>
  <pc:docChgLst>
    <pc:chgData name="Adriano Borgatto" userId="e50a874dfa6d3f1a" providerId="LiveId" clId="{A5F0E77C-0219-4FFD-AB16-A4453083D37A}"/>
    <pc:docChg chg="undo custSel addSld delSld modSld sldOrd">
      <pc:chgData name="Adriano Borgatto" userId="e50a874dfa6d3f1a" providerId="LiveId" clId="{A5F0E77C-0219-4FFD-AB16-A4453083D37A}" dt="2022-05-28T13:36:43.327" v="1245" actId="1076"/>
      <pc:docMkLst>
        <pc:docMk/>
      </pc:docMkLst>
      <pc:sldChg chg="modSp mod">
        <pc:chgData name="Adriano Borgatto" userId="e50a874dfa6d3f1a" providerId="LiveId" clId="{A5F0E77C-0219-4FFD-AB16-A4453083D37A}" dt="2022-04-05T16:20:32.011" v="171" actId="20577"/>
        <pc:sldMkLst>
          <pc:docMk/>
          <pc:sldMk cId="3945532463" sldId="272"/>
        </pc:sldMkLst>
      </pc:sldChg>
      <pc:sldChg chg="addSp delSp modSp add">
        <pc:chgData name="Adriano Borgatto" userId="e50a874dfa6d3f1a" providerId="LiveId" clId="{A5F0E77C-0219-4FFD-AB16-A4453083D37A}" dt="2022-04-05T16:19:52.911" v="166" actId="207"/>
        <pc:sldMkLst>
          <pc:docMk/>
          <pc:sldMk cId="1138795558" sldId="273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3174244307" sldId="273"/>
        </pc:sldMkLst>
      </pc:sldChg>
      <pc:sldChg chg="addSp delSp modSp add mod">
        <pc:chgData name="Adriano Borgatto" userId="e50a874dfa6d3f1a" providerId="LiveId" clId="{A5F0E77C-0219-4FFD-AB16-A4453083D37A}" dt="2022-04-05T16:29:01.099" v="294" actId="20577"/>
        <pc:sldMkLst>
          <pc:docMk/>
          <pc:sldMk cId="99944423" sldId="274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1633450635" sldId="274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2013310454" sldId="275"/>
        </pc:sldMkLst>
      </pc:sldChg>
      <pc:sldChg chg="addSp modSp add mod modAnim">
        <pc:chgData name="Adriano Borgatto" userId="e50a874dfa6d3f1a" providerId="LiveId" clId="{A5F0E77C-0219-4FFD-AB16-A4453083D37A}" dt="2022-04-05T16:32:45.680" v="329" actId="1035"/>
        <pc:sldMkLst>
          <pc:docMk/>
          <pc:sldMk cId="3378211107" sldId="275"/>
        </pc:sldMkLst>
      </pc:sldChg>
      <pc:sldChg chg="addSp modSp add mod">
        <pc:chgData name="Adriano Borgatto" userId="e50a874dfa6d3f1a" providerId="LiveId" clId="{A5F0E77C-0219-4FFD-AB16-A4453083D37A}" dt="2022-04-05T16:33:05.850" v="352" actId="1037"/>
        <pc:sldMkLst>
          <pc:docMk/>
          <pc:sldMk cId="1128200771" sldId="276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2583529786" sldId="276"/>
        </pc:sldMkLst>
      </pc:sldChg>
      <pc:sldChg chg="addSp delSp modSp add mod">
        <pc:chgData name="Adriano Borgatto" userId="e50a874dfa6d3f1a" providerId="LiveId" clId="{A5F0E77C-0219-4FFD-AB16-A4453083D37A}" dt="2022-04-05T16:33:54.862" v="357" actId="1076"/>
        <pc:sldMkLst>
          <pc:docMk/>
          <pc:sldMk cId="1097531658" sldId="277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1339448667" sldId="277"/>
        </pc:sldMkLst>
      </pc:sldChg>
      <pc:sldChg chg="addSp delSp modSp add mod">
        <pc:chgData name="Adriano Borgatto" userId="e50a874dfa6d3f1a" providerId="LiveId" clId="{A5F0E77C-0219-4FFD-AB16-A4453083D37A}" dt="2022-04-05T16:34:01.094" v="359"/>
        <pc:sldMkLst>
          <pc:docMk/>
          <pc:sldMk cId="75005195" sldId="278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2586773552" sldId="278"/>
        </pc:sldMkLst>
      </pc:sldChg>
      <pc:sldChg chg="addSp delSp modSp add mod">
        <pc:chgData name="Adriano Borgatto" userId="e50a874dfa6d3f1a" providerId="LiveId" clId="{A5F0E77C-0219-4FFD-AB16-A4453083D37A}" dt="2022-04-05T16:36:16.351" v="406" actId="1076"/>
        <pc:sldMkLst>
          <pc:docMk/>
          <pc:sldMk cId="2192296426" sldId="279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2444337337" sldId="279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1742753214" sldId="280"/>
        </pc:sldMkLst>
      </pc:sldChg>
      <pc:sldChg chg="addSp delSp modSp add mod">
        <pc:chgData name="Adriano Borgatto" userId="e50a874dfa6d3f1a" providerId="LiveId" clId="{A5F0E77C-0219-4FFD-AB16-A4453083D37A}" dt="2022-04-05T16:42:21.231" v="522" actId="20577"/>
        <pc:sldMkLst>
          <pc:docMk/>
          <pc:sldMk cId="3599932880" sldId="280"/>
        </pc:sldMkLst>
      </pc:sldChg>
      <pc:sldChg chg="addSp delSp modSp add mod">
        <pc:chgData name="Adriano Borgatto" userId="e50a874dfa6d3f1a" providerId="LiveId" clId="{A5F0E77C-0219-4FFD-AB16-A4453083D37A}" dt="2022-05-28T13:33:21.891" v="1244" actId="1035"/>
        <pc:sldMkLst>
          <pc:docMk/>
          <pc:sldMk cId="742994144" sldId="281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1319835411" sldId="281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583429500" sldId="282"/>
        </pc:sldMkLst>
      </pc:sldChg>
      <pc:sldChg chg="addSp delSp modSp add mod">
        <pc:chgData name="Adriano Borgatto" userId="e50a874dfa6d3f1a" providerId="LiveId" clId="{A5F0E77C-0219-4FFD-AB16-A4453083D37A}" dt="2022-04-05T16:47:05.793" v="779" actId="1038"/>
        <pc:sldMkLst>
          <pc:docMk/>
          <pc:sldMk cId="2824057520" sldId="282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1703279597" sldId="283"/>
        </pc:sldMkLst>
      </pc:sldChg>
      <pc:sldChg chg="addSp delSp modSp add mod">
        <pc:chgData name="Adriano Borgatto" userId="e50a874dfa6d3f1a" providerId="LiveId" clId="{A5F0E77C-0219-4FFD-AB16-A4453083D37A}" dt="2022-04-07T18:52:47.244" v="1129" actId="1037"/>
        <pc:sldMkLst>
          <pc:docMk/>
          <pc:sldMk cId="3195865450" sldId="283"/>
        </pc:sldMkLst>
      </pc:sldChg>
      <pc:sldChg chg="addSp modSp add mod">
        <pc:chgData name="Adriano Borgatto" userId="e50a874dfa6d3f1a" providerId="LiveId" clId="{A5F0E77C-0219-4FFD-AB16-A4453083D37A}" dt="2022-04-05T17:12:26.759" v="1086" actId="20577"/>
        <pc:sldMkLst>
          <pc:docMk/>
          <pc:sldMk cId="668276418" sldId="284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3136067746" sldId="284"/>
        </pc:sldMkLst>
      </pc:sldChg>
      <pc:sldChg chg="addSp delSp modSp add mod ord">
        <pc:chgData name="Adriano Borgatto" userId="e50a874dfa6d3f1a" providerId="LiveId" clId="{A5F0E77C-0219-4FFD-AB16-A4453083D37A}" dt="2022-05-28T13:36:43.327" v="1245" actId="1076"/>
        <pc:sldMkLst>
          <pc:docMk/>
          <pc:sldMk cId="490026614" sldId="285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1647466032" sldId="285"/>
        </pc:sldMkLst>
      </pc:sldChg>
      <pc:sldChg chg="modSp add del">
        <pc:chgData name="Adriano Borgatto" userId="e50a874dfa6d3f1a" providerId="LiveId" clId="{A5F0E77C-0219-4FFD-AB16-A4453083D37A}" dt="2022-04-05T16:32:19.729" v="295" actId="47"/>
        <pc:sldMkLst>
          <pc:docMk/>
          <pc:sldMk cId="2559623775" sldId="285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2498392080" sldId="290"/>
        </pc:sldMkLst>
      </pc:sldChg>
    </pc:docChg>
  </pc:docChgLst>
  <pc:docChgLst>
    <pc:chgData name="Adriano Borgatto" userId="e50a874dfa6d3f1a" providerId="LiveId" clId="{2C2E0C95-7D27-4DC4-82C8-75626F760B93}"/>
    <pc:docChg chg="undo custSel addSld delSld modSld sldOrd">
      <pc:chgData name="Adriano Borgatto" userId="e50a874dfa6d3f1a" providerId="LiveId" clId="{2C2E0C95-7D27-4DC4-82C8-75626F760B93}" dt="2022-04-05T12:40:15.387" v="956" actId="14100"/>
      <pc:docMkLst>
        <pc:docMk/>
      </pc:docMkLst>
      <pc:sldChg chg="modSp mod">
        <pc:chgData name="Adriano Borgatto" userId="e50a874dfa6d3f1a" providerId="LiveId" clId="{2C2E0C95-7D27-4DC4-82C8-75626F760B93}" dt="2022-04-05T12:01:53.091" v="18" actId="20577"/>
        <pc:sldMkLst>
          <pc:docMk/>
          <pc:sldMk cId="0" sldId="256"/>
        </pc:sldMkLst>
      </pc:sldChg>
      <pc:sldChg chg="addSp delSp modSp mod ord">
        <pc:chgData name="Adriano Borgatto" userId="e50a874dfa6d3f1a" providerId="LiveId" clId="{2C2E0C95-7D27-4DC4-82C8-75626F760B93}" dt="2022-04-05T12:06:03.838" v="123" actId="1037"/>
        <pc:sldMkLst>
          <pc:docMk/>
          <pc:sldMk cId="0" sldId="258"/>
        </pc:sldMkLst>
      </pc:sldChg>
      <pc:sldChg chg="addSp delSp modSp mod">
        <pc:chgData name="Adriano Borgatto" userId="e50a874dfa6d3f1a" providerId="LiveId" clId="{2C2E0C95-7D27-4DC4-82C8-75626F760B93}" dt="2022-04-05T12:08:05.735" v="214" actId="1035"/>
        <pc:sldMkLst>
          <pc:docMk/>
          <pc:sldMk cId="3697426403" sldId="259"/>
        </pc:sldMkLst>
      </pc:sldChg>
      <pc:sldChg chg="del">
        <pc:chgData name="Adriano Borgatto" userId="e50a874dfa6d3f1a" providerId="LiveId" clId="{2C2E0C95-7D27-4DC4-82C8-75626F760B93}" dt="2022-04-05T12:08:34.594" v="215" actId="47"/>
        <pc:sldMkLst>
          <pc:docMk/>
          <pc:sldMk cId="608067873" sldId="260"/>
        </pc:sldMkLst>
      </pc:sldChg>
      <pc:sldChg chg="addSp delSp modSp mod">
        <pc:chgData name="Adriano Borgatto" userId="e50a874dfa6d3f1a" providerId="LiveId" clId="{2C2E0C95-7D27-4DC4-82C8-75626F760B93}" dt="2022-04-05T12:14:21.223" v="415" actId="14100"/>
        <pc:sldMkLst>
          <pc:docMk/>
          <pc:sldMk cId="3606920721" sldId="262"/>
        </pc:sldMkLst>
      </pc:sldChg>
      <pc:sldChg chg="addSp delSp modSp mod">
        <pc:chgData name="Adriano Borgatto" userId="e50a874dfa6d3f1a" providerId="LiveId" clId="{2C2E0C95-7D27-4DC4-82C8-75626F760B93}" dt="2022-04-05T12:39:17.670" v="939" actId="572"/>
        <pc:sldMkLst>
          <pc:docMk/>
          <pc:sldMk cId="3258561624" sldId="263"/>
        </pc:sldMkLst>
      </pc:sldChg>
      <pc:sldChg chg="del">
        <pc:chgData name="Adriano Borgatto" userId="e50a874dfa6d3f1a" providerId="LiveId" clId="{2C2E0C95-7D27-4DC4-82C8-75626F760B93}" dt="2022-04-05T12:15:54.440" v="452" actId="47"/>
        <pc:sldMkLst>
          <pc:docMk/>
          <pc:sldMk cId="1411557354" sldId="264"/>
        </pc:sldMkLst>
      </pc:sldChg>
      <pc:sldChg chg="del">
        <pc:chgData name="Adriano Borgatto" userId="e50a874dfa6d3f1a" providerId="LiveId" clId="{2C2E0C95-7D27-4DC4-82C8-75626F760B93}" dt="2022-04-05T12:15:54.440" v="452" actId="47"/>
        <pc:sldMkLst>
          <pc:docMk/>
          <pc:sldMk cId="1261958913" sldId="265"/>
        </pc:sldMkLst>
      </pc:sldChg>
      <pc:sldChg chg="del">
        <pc:chgData name="Adriano Borgatto" userId="e50a874dfa6d3f1a" providerId="LiveId" clId="{2C2E0C95-7D27-4DC4-82C8-75626F760B93}" dt="2022-04-05T12:15:54.440" v="452" actId="47"/>
        <pc:sldMkLst>
          <pc:docMk/>
          <pc:sldMk cId="1092716401" sldId="266"/>
        </pc:sldMkLst>
      </pc:sldChg>
      <pc:sldChg chg="del">
        <pc:chgData name="Adriano Borgatto" userId="e50a874dfa6d3f1a" providerId="LiveId" clId="{2C2E0C95-7D27-4DC4-82C8-75626F760B93}" dt="2022-04-05T12:15:54.440" v="452" actId="47"/>
        <pc:sldMkLst>
          <pc:docMk/>
          <pc:sldMk cId="1510413036" sldId="267"/>
        </pc:sldMkLst>
      </pc:sldChg>
      <pc:sldChg chg="del">
        <pc:chgData name="Adriano Borgatto" userId="e50a874dfa6d3f1a" providerId="LiveId" clId="{2C2E0C95-7D27-4DC4-82C8-75626F760B93}" dt="2022-04-05T12:15:54.440" v="452" actId="47"/>
        <pc:sldMkLst>
          <pc:docMk/>
          <pc:sldMk cId="85798788" sldId="268"/>
        </pc:sldMkLst>
      </pc:sldChg>
      <pc:sldChg chg="del">
        <pc:chgData name="Adriano Borgatto" userId="e50a874dfa6d3f1a" providerId="LiveId" clId="{2C2E0C95-7D27-4DC4-82C8-75626F760B93}" dt="2022-04-05T12:15:54.440" v="452" actId="47"/>
        <pc:sldMkLst>
          <pc:docMk/>
          <pc:sldMk cId="3845031216" sldId="269"/>
        </pc:sldMkLst>
      </pc:sldChg>
      <pc:sldChg chg="add">
        <pc:chgData name="Adriano Borgatto" userId="e50a874dfa6d3f1a" providerId="LiveId" clId="{2C2E0C95-7D27-4DC4-82C8-75626F760B93}" dt="2022-04-05T12:04:26.461" v="75" actId="2890"/>
        <pc:sldMkLst>
          <pc:docMk/>
          <pc:sldMk cId="974571722" sldId="270"/>
        </pc:sldMkLst>
      </pc:sldChg>
      <pc:sldChg chg="addSp delSp modSp add mod">
        <pc:chgData name="Adriano Borgatto" userId="e50a874dfa6d3f1a" providerId="LiveId" clId="{2C2E0C95-7D27-4DC4-82C8-75626F760B93}" dt="2022-04-05T12:07:08.510" v="172" actId="1035"/>
        <pc:sldMkLst>
          <pc:docMk/>
          <pc:sldMk cId="3286078432" sldId="271"/>
        </pc:sldMkLst>
      </pc:sldChg>
      <pc:sldChg chg="modSp add mod">
        <pc:chgData name="Adriano Borgatto" userId="e50a874dfa6d3f1a" providerId="LiveId" clId="{2C2E0C95-7D27-4DC4-82C8-75626F760B93}" dt="2022-04-05T12:40:15.387" v="956" actId="14100"/>
        <pc:sldMkLst>
          <pc:docMk/>
          <pc:sldMk cId="3945532463" sldId="272"/>
        </pc:sldMkLst>
      </pc:sldChg>
    </pc:docChg>
  </pc:docChgLst>
  <pc:docChgLst>
    <pc:chgData name="Adriano Borgatto" userId="e50a874dfa6d3f1a" providerId="LiveId" clId="{29DCE4A0-D7E7-4488-A499-AF41C7B34B25}"/>
    <pc:docChg chg="modSld">
      <pc:chgData name="Adriano Borgatto" userId="e50a874dfa6d3f1a" providerId="LiveId" clId="{29DCE4A0-D7E7-4488-A499-AF41C7B34B25}" dt="2024-08-08T12:51:55.495" v="1" actId="20577"/>
      <pc:docMkLst>
        <pc:docMk/>
      </pc:docMkLst>
      <pc:sldChg chg="modSp mod">
        <pc:chgData name="Adriano Borgatto" userId="e50a874dfa6d3f1a" providerId="LiveId" clId="{29DCE4A0-D7E7-4488-A499-AF41C7B34B25}" dt="2024-08-08T12:51:55.495" v="1" actId="20577"/>
        <pc:sldMkLst>
          <pc:docMk/>
          <pc:sldMk cId="0" sldId="256"/>
        </pc:sldMkLst>
      </pc:sldChg>
    </pc:docChg>
  </pc:docChgLst>
  <pc:docChgLst>
    <pc:chgData name="Adriano Borgatto" userId="e50a874dfa6d3f1a" providerId="LiveId" clId="{186FAC5F-3E85-4A0A-875F-2DCDEC0B3DDF}"/>
    <pc:docChg chg="modSld">
      <pc:chgData name="Adriano Borgatto" userId="e50a874dfa6d3f1a" providerId="LiveId" clId="{186FAC5F-3E85-4A0A-875F-2DCDEC0B3DDF}" dt="2022-10-11T17:41:36.134" v="23" actId="20577"/>
      <pc:docMkLst>
        <pc:docMk/>
      </pc:docMkLst>
      <pc:sldChg chg="modSp mod">
        <pc:chgData name="Adriano Borgatto" userId="e50a874dfa6d3f1a" providerId="LiveId" clId="{186FAC5F-3E85-4A0A-875F-2DCDEC0B3DDF}" dt="2022-10-11T17:41:36.134" v="23" actId="20577"/>
        <pc:sldMkLst>
          <pc:docMk/>
          <pc:sldMk cId="742994144" sldId="281"/>
        </pc:sldMkLst>
      </pc:sldChg>
      <pc:sldChg chg="modSp mod">
        <pc:chgData name="Adriano Borgatto" userId="e50a874dfa6d3f1a" providerId="LiveId" clId="{186FAC5F-3E85-4A0A-875F-2DCDEC0B3DDF}" dt="2022-10-05T20:51:17.684" v="21" actId="6549"/>
        <pc:sldMkLst>
          <pc:docMk/>
          <pc:sldMk cId="490026614" sldId="285"/>
        </pc:sldMkLst>
      </pc:sldChg>
    </pc:docChg>
  </pc:docChgLst>
  <pc:docChgLst>
    <pc:chgData name="Adriano Borgatto" userId="e50a874dfa6d3f1a" providerId="LiveId" clId="{A089B529-FE21-4D7C-BD58-AC6F4A145EB1}"/>
    <pc:docChg chg="custSel addSld delSld modSld">
      <pc:chgData name="Adriano Borgatto" userId="e50a874dfa6d3f1a" providerId="LiveId" clId="{A089B529-FE21-4D7C-BD58-AC6F4A145EB1}" dt="2022-04-04T12:38:48.790" v="1137" actId="47"/>
      <pc:docMkLst>
        <pc:docMk/>
      </pc:docMkLst>
      <pc:sldChg chg="modSp mod">
        <pc:chgData name="Adriano Borgatto" userId="e50a874dfa6d3f1a" providerId="LiveId" clId="{A089B529-FE21-4D7C-BD58-AC6F4A145EB1}" dt="2022-04-04T11:55:55.290" v="60" actId="20577"/>
        <pc:sldMkLst>
          <pc:docMk/>
          <pc:sldMk cId="0" sldId="256"/>
        </pc:sldMkLst>
      </pc:sldChg>
      <pc:sldChg chg="addSp delSp modSp mod">
        <pc:chgData name="Adriano Borgatto" userId="e50a874dfa6d3f1a" providerId="LiveId" clId="{A089B529-FE21-4D7C-BD58-AC6F4A145EB1}" dt="2022-04-04T12:07:39.517" v="306" actId="20577"/>
        <pc:sldMkLst>
          <pc:docMk/>
          <pc:sldMk cId="0" sldId="258"/>
        </pc:sldMkLst>
      </pc:sldChg>
      <pc:sldChg chg="addSp delSp modSp add mod">
        <pc:chgData name="Adriano Borgatto" userId="e50a874dfa6d3f1a" providerId="LiveId" clId="{A089B529-FE21-4D7C-BD58-AC6F4A145EB1}" dt="2022-04-04T12:09:43.340" v="335" actId="20577"/>
        <pc:sldMkLst>
          <pc:docMk/>
          <pc:sldMk cId="652844300" sldId="259"/>
        </pc:sldMkLst>
      </pc:sldChg>
      <pc:sldChg chg="addSp modSp add del mod">
        <pc:chgData name="Adriano Borgatto" userId="e50a874dfa6d3f1a" providerId="LiveId" clId="{A089B529-FE21-4D7C-BD58-AC6F4A145EB1}" dt="2022-04-04T12:10:03.763" v="336" actId="47"/>
        <pc:sldMkLst>
          <pc:docMk/>
          <pc:sldMk cId="3797606046" sldId="260"/>
        </pc:sldMkLst>
      </pc:sldChg>
      <pc:sldChg chg="addSp delSp modSp add mod">
        <pc:chgData name="Adriano Borgatto" userId="e50a874dfa6d3f1a" providerId="LiveId" clId="{A089B529-FE21-4D7C-BD58-AC6F4A145EB1}" dt="2022-04-04T12:10:19.684" v="338" actId="22"/>
        <pc:sldMkLst>
          <pc:docMk/>
          <pc:sldMk cId="374184503" sldId="261"/>
        </pc:sldMkLst>
      </pc:sldChg>
      <pc:sldChg chg="addSp delSp modSp add mod">
        <pc:chgData name="Adriano Borgatto" userId="e50a874dfa6d3f1a" providerId="LiveId" clId="{A089B529-FE21-4D7C-BD58-AC6F4A145EB1}" dt="2022-04-04T12:11:29.178" v="376" actId="22"/>
        <pc:sldMkLst>
          <pc:docMk/>
          <pc:sldMk cId="2611410075" sldId="262"/>
        </pc:sldMkLst>
      </pc:sldChg>
      <pc:sldChg chg="addSp delSp modSp add del mod">
        <pc:chgData name="Adriano Borgatto" userId="e50a874dfa6d3f1a" providerId="LiveId" clId="{A089B529-FE21-4D7C-BD58-AC6F4A145EB1}" dt="2022-04-04T12:13:28.027" v="391"/>
        <pc:sldMkLst>
          <pc:docMk/>
          <pc:sldMk cId="2831347756" sldId="263"/>
        </pc:sldMkLst>
      </pc:sldChg>
      <pc:sldChg chg="addSp modSp add del mod">
        <pc:chgData name="Adriano Borgatto" userId="e50a874dfa6d3f1a" providerId="LiveId" clId="{A089B529-FE21-4D7C-BD58-AC6F4A145EB1}" dt="2022-04-04T12:14:45.139" v="407" actId="22"/>
        <pc:sldMkLst>
          <pc:docMk/>
          <pc:sldMk cId="2014035416" sldId="264"/>
        </pc:sldMkLst>
      </pc:sldChg>
      <pc:sldChg chg="addSp delSp modSp add mod">
        <pc:chgData name="Adriano Borgatto" userId="e50a874dfa6d3f1a" providerId="LiveId" clId="{A089B529-FE21-4D7C-BD58-AC6F4A145EB1}" dt="2022-04-04T12:16:10.819" v="482" actId="1035"/>
        <pc:sldMkLst>
          <pc:docMk/>
          <pc:sldMk cId="4166837138" sldId="265"/>
        </pc:sldMkLst>
      </pc:sldChg>
      <pc:sldChg chg="addSp modSp add mod">
        <pc:chgData name="Adriano Borgatto" userId="e50a874dfa6d3f1a" providerId="LiveId" clId="{A089B529-FE21-4D7C-BD58-AC6F4A145EB1}" dt="2022-04-04T12:21:10.560" v="810" actId="122"/>
        <pc:sldMkLst>
          <pc:docMk/>
          <pc:sldMk cId="3072415336" sldId="266"/>
        </pc:sldMkLst>
      </pc:sldChg>
      <pc:sldChg chg="addSp modSp add mod">
        <pc:chgData name="Adriano Borgatto" userId="e50a874dfa6d3f1a" providerId="LiveId" clId="{A089B529-FE21-4D7C-BD58-AC6F4A145EB1}" dt="2022-04-04T12:30:15.950" v="840" actId="14100"/>
        <pc:sldMkLst>
          <pc:docMk/>
          <pc:sldMk cId="2207021074" sldId="267"/>
        </pc:sldMkLst>
      </pc:sldChg>
      <pc:sldChg chg="addSp modSp add mod">
        <pc:chgData name="Adriano Borgatto" userId="e50a874dfa6d3f1a" providerId="LiveId" clId="{A089B529-FE21-4D7C-BD58-AC6F4A145EB1}" dt="2022-04-04T12:38:45.041" v="1136" actId="14100"/>
        <pc:sldMkLst>
          <pc:docMk/>
          <pc:sldMk cId="1817576425" sldId="268"/>
        </pc:sldMkLst>
      </pc:sldChg>
      <pc:sldChg chg="add del">
        <pc:chgData name="Adriano Borgatto" userId="e50a874dfa6d3f1a" providerId="LiveId" clId="{A089B529-FE21-4D7C-BD58-AC6F4A145EB1}" dt="2022-04-04T12:38:48.790" v="1137" actId="47"/>
        <pc:sldMkLst>
          <pc:docMk/>
          <pc:sldMk cId="3323713584" sldId="269"/>
        </pc:sldMkLst>
      </pc:sldChg>
      <pc:sldChg chg="addSp delSp modSp add mod">
        <pc:chgData name="Adriano Borgatto" userId="e50a874dfa6d3f1a" providerId="LiveId" clId="{A089B529-FE21-4D7C-BD58-AC6F4A145EB1}" dt="2022-04-04T12:08:36.404" v="314" actId="22"/>
        <pc:sldMkLst>
          <pc:docMk/>
          <pc:sldMk cId="2915427500" sldId="270"/>
        </pc:sldMkLst>
      </pc:sldChg>
      <pc:sldChg chg="addSp add del mod">
        <pc:chgData name="Adriano Borgatto" userId="e50a874dfa6d3f1a" providerId="LiveId" clId="{A089B529-FE21-4D7C-BD58-AC6F4A145EB1}" dt="2022-04-04T12:11:46.312" v="377" actId="22"/>
        <pc:sldMkLst>
          <pc:docMk/>
          <pc:sldMk cId="2992579993" sldId="271"/>
        </pc:sldMkLst>
      </pc:sldChg>
      <pc:sldChg chg="addSp modSp add del mod">
        <pc:chgData name="Adriano Borgatto" userId="e50a874dfa6d3f1a" providerId="LiveId" clId="{A089B529-FE21-4D7C-BD58-AC6F4A145EB1}" dt="2022-04-04T12:12:27.285" v="382" actId="1037"/>
        <pc:sldMkLst>
          <pc:docMk/>
          <pc:sldMk cId="4281397298" sldId="272"/>
        </pc:sldMkLst>
      </pc:sldChg>
      <pc:sldChg chg="addSp modSp add mod">
        <pc:chgData name="Adriano Borgatto" userId="e50a874dfa6d3f1a" providerId="LiveId" clId="{A089B529-FE21-4D7C-BD58-AC6F4A145EB1}" dt="2022-04-04T12:12:50.569" v="388" actId="1037"/>
        <pc:sldMkLst>
          <pc:docMk/>
          <pc:sldMk cId="2242302329" sldId="273"/>
        </pc:sldMkLst>
      </pc:sldChg>
    </pc:docChg>
  </pc:docChgLst>
  <pc:docChgLst>
    <pc:chgData name="Adriano Borgatto" userId="e50a874dfa6d3f1a" providerId="LiveId" clId="{DE524013-6D21-4E19-BC9D-8384F6A01639}"/>
    <pc:docChg chg="modSld">
      <pc:chgData name="Adriano Borgatto" userId="e50a874dfa6d3f1a" providerId="LiveId" clId="{DE524013-6D21-4E19-BC9D-8384F6A01639}" dt="2022-03-08T12:53:01.291" v="6" actId="20577"/>
      <pc:docMkLst>
        <pc:docMk/>
      </pc:docMkLst>
      <pc:sldChg chg="modSp mod">
        <pc:chgData name="Adriano Borgatto" userId="e50a874dfa6d3f1a" providerId="LiveId" clId="{DE524013-6D21-4E19-BC9D-8384F6A01639}" dt="2022-03-08T12:53:01.291" v="6" actId="20577"/>
        <pc:sldMkLst>
          <pc:docMk/>
          <pc:sldMk cId="2013310454" sldId="275"/>
        </pc:sldMkLst>
      </pc:sldChg>
      <pc:sldChg chg="modSp mod">
        <pc:chgData name="Adriano Borgatto" userId="e50a874dfa6d3f1a" providerId="LiveId" clId="{DE524013-6D21-4E19-BC9D-8384F6A01639}" dt="2022-02-14T16:50:43.239" v="2" actId="20577"/>
        <pc:sldMkLst>
          <pc:docMk/>
          <pc:sldMk cId="707468304" sldId="283"/>
        </pc:sldMkLst>
      </pc:sldChg>
    </pc:docChg>
  </pc:docChgLst>
  <pc:docChgLst>
    <pc:chgData name="Adriano Borgatto" userId="e50a874dfa6d3f1a" providerId="LiveId" clId="{DA3C5238-AAF5-48F7-8801-85EE1A39CA96}"/>
    <pc:docChg chg="delSld">
      <pc:chgData name="Adriano Borgatto" userId="e50a874dfa6d3f1a" providerId="LiveId" clId="{DA3C5238-AAF5-48F7-8801-85EE1A39CA96}" dt="2023-04-13T12:27:04.128" v="1" actId="47"/>
      <pc:docMkLst>
        <pc:docMk/>
      </pc:docMkLst>
      <pc:sldChg chg="del">
        <pc:chgData name="Adriano Borgatto" userId="e50a874dfa6d3f1a" providerId="LiveId" clId="{DA3C5238-AAF5-48F7-8801-85EE1A39CA96}" dt="2023-04-13T12:27:02.083" v="0" actId="47"/>
        <pc:sldMkLst>
          <pc:docMk/>
          <pc:sldMk cId="742994144" sldId="281"/>
        </pc:sldMkLst>
      </pc:sldChg>
      <pc:sldChg chg="del">
        <pc:chgData name="Adriano Borgatto" userId="e50a874dfa6d3f1a" providerId="LiveId" clId="{DA3C5238-AAF5-48F7-8801-85EE1A39CA96}" dt="2023-04-13T12:27:02.083" v="0" actId="47"/>
        <pc:sldMkLst>
          <pc:docMk/>
          <pc:sldMk cId="2824057520" sldId="282"/>
        </pc:sldMkLst>
      </pc:sldChg>
      <pc:sldChg chg="del">
        <pc:chgData name="Adriano Borgatto" userId="e50a874dfa6d3f1a" providerId="LiveId" clId="{DA3C5238-AAF5-48F7-8801-85EE1A39CA96}" dt="2023-04-13T12:27:04.128" v="1" actId="47"/>
        <pc:sldMkLst>
          <pc:docMk/>
          <pc:sldMk cId="3195865450" sldId="283"/>
        </pc:sldMkLst>
      </pc:sldChg>
      <pc:sldChg chg="del">
        <pc:chgData name="Adriano Borgatto" userId="e50a874dfa6d3f1a" providerId="LiveId" clId="{DA3C5238-AAF5-48F7-8801-85EE1A39CA96}" dt="2023-04-13T12:27:02.083" v="0" actId="47"/>
        <pc:sldMkLst>
          <pc:docMk/>
          <pc:sldMk cId="490026614" sldId="28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1616F083-5C86-4226-B13F-D7DE54464347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10662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Clique para editar os estilos do texto mestre</a:t>
            </a:r>
          </a:p>
          <a:p>
            <a:pPr lvl="1"/>
            <a:r>
              <a:rPr lang="en-US" noProof="0"/>
              <a:t>Segundo nível</a:t>
            </a:r>
          </a:p>
          <a:p>
            <a:pPr lvl="2"/>
            <a:r>
              <a:rPr lang="en-US" noProof="0"/>
              <a:t>Terceiro nível</a:t>
            </a:r>
          </a:p>
          <a:p>
            <a:pPr lvl="3"/>
            <a:r>
              <a:rPr lang="en-US" noProof="0"/>
              <a:t>Quarto nível</a:t>
            </a:r>
          </a:p>
          <a:p>
            <a:pPr lvl="4"/>
            <a:r>
              <a:rPr lang="en-US" noProof="0"/>
              <a:t>Quinto nível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FB3165BA-3187-40A9-B705-41D131A16EDB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1559842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0" y="6524625"/>
            <a:ext cx="9144000" cy="333375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4" name="Rectangle 12"/>
          <p:cNvSpPr>
            <a:spLocks noChangeArrowheads="1"/>
          </p:cNvSpPr>
          <p:nvPr/>
        </p:nvSpPr>
        <p:spPr bwMode="auto">
          <a:xfrm>
            <a:off x="0" y="6448425"/>
            <a:ext cx="9144000" cy="76200"/>
          </a:xfrm>
          <a:prstGeom prst="rect">
            <a:avLst/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5" name="Text Box 15"/>
          <p:cNvSpPr txBox="1">
            <a:spLocks noChangeArrowheads="1"/>
          </p:cNvSpPr>
          <p:nvPr/>
        </p:nvSpPr>
        <p:spPr bwMode="auto">
          <a:xfrm>
            <a:off x="3352800" y="1493838"/>
            <a:ext cx="553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pt-BR" altLang="pt-BR" sz="1400" b="1">
                <a:solidFill>
                  <a:schemeClr val="bg1"/>
                </a:solidFill>
                <a:latin typeface="Verdana" panose="020B0604030504040204" pitchFamily="34" charset="0"/>
              </a:rPr>
              <a:t>CMIP- Centro de Metrologia e Inovação em Processos</a:t>
            </a:r>
          </a:p>
        </p:txBody>
      </p:sp>
      <p:sp>
        <p:nvSpPr>
          <p:cNvPr id="6" name="Rectangle 18"/>
          <p:cNvSpPr>
            <a:spLocks noChangeArrowheads="1"/>
          </p:cNvSpPr>
          <p:nvPr/>
        </p:nvSpPr>
        <p:spPr bwMode="auto">
          <a:xfrm>
            <a:off x="0" y="1447800"/>
            <a:ext cx="9144000" cy="381000"/>
          </a:xfrm>
          <a:prstGeom prst="rect">
            <a:avLst/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7" name="Text Box 19"/>
          <p:cNvSpPr txBox="1">
            <a:spLocks noChangeArrowheads="1"/>
          </p:cNvSpPr>
          <p:nvPr/>
        </p:nvSpPr>
        <p:spPr bwMode="auto">
          <a:xfrm>
            <a:off x="684213" y="1484313"/>
            <a:ext cx="7080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pt-BR" altLang="pt-BR" b="1">
                <a:solidFill>
                  <a:schemeClr val="bg1"/>
                </a:solidFill>
                <a:latin typeface="Verdana" panose="020B0604030504040204" pitchFamily="34" charset="0"/>
              </a:rPr>
              <a:t>UFSC- UNIVERSIDADE FEDERAL DE SANTA CATARINA</a:t>
            </a:r>
          </a:p>
        </p:txBody>
      </p:sp>
      <p:pic>
        <p:nvPicPr>
          <p:cNvPr id="8" name="Picture 26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0"/>
            <a:ext cx="1230313" cy="143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7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25" y="0"/>
            <a:ext cx="1476375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27088" y="2781300"/>
            <a:ext cx="7772400" cy="1685925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Clique para editar o estilo do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43221335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654562012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192589050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28775"/>
            <a:ext cx="4038600" cy="44973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28775"/>
            <a:ext cx="4038600" cy="44973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964936969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267742568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742361590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5157592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749703138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591025063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053564383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38925" y="908050"/>
            <a:ext cx="2058988" cy="5218113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908050"/>
            <a:ext cx="6029325" cy="5218113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415675455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457200" y="908050"/>
            <a:ext cx="8240713" cy="5218113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39044339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ítulo e 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8313" y="908050"/>
            <a:ext cx="8229600" cy="457200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abela 2"/>
          <p:cNvSpPr>
            <a:spLocks noGrp="1"/>
          </p:cNvSpPr>
          <p:nvPr>
            <p:ph type="tbl" idx="1"/>
          </p:nvPr>
        </p:nvSpPr>
        <p:spPr>
          <a:xfrm>
            <a:off x="457200" y="1628775"/>
            <a:ext cx="8229600" cy="4497388"/>
          </a:xfrm>
        </p:spPr>
        <p:txBody>
          <a:bodyPr/>
          <a:lstStyle/>
          <a:p>
            <a:pPr lvl="0"/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87119787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908050"/>
            <a:ext cx="822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28775"/>
            <a:ext cx="8229600" cy="4497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8"/>
          <p:cNvSpPr>
            <a:spLocks noChangeArrowheads="1"/>
          </p:cNvSpPr>
          <p:nvPr/>
        </p:nvSpPr>
        <p:spPr bwMode="auto">
          <a:xfrm>
            <a:off x="8686800" y="0"/>
            <a:ext cx="457200" cy="609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1029" name="Rectangle 10"/>
          <p:cNvSpPr>
            <a:spLocks noChangeArrowheads="1"/>
          </p:cNvSpPr>
          <p:nvPr/>
        </p:nvSpPr>
        <p:spPr bwMode="auto">
          <a:xfrm>
            <a:off x="0" y="609600"/>
            <a:ext cx="9144000" cy="76200"/>
          </a:xfrm>
          <a:prstGeom prst="rect">
            <a:avLst/>
          </a:prstGeom>
          <a:solidFill>
            <a:srgbClr val="336699"/>
          </a:solidFill>
          <a:ln w="9525">
            <a:solidFill>
              <a:srgbClr val="336699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1030" name="Rectangle 11"/>
          <p:cNvSpPr>
            <a:spLocks noChangeArrowheads="1"/>
          </p:cNvSpPr>
          <p:nvPr/>
        </p:nvSpPr>
        <p:spPr bwMode="auto">
          <a:xfrm>
            <a:off x="0" y="685800"/>
            <a:ext cx="9144000" cy="152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1031" name="Rectangle 12"/>
          <p:cNvSpPr>
            <a:spLocks noChangeArrowheads="1"/>
          </p:cNvSpPr>
          <p:nvPr/>
        </p:nvSpPr>
        <p:spPr bwMode="auto">
          <a:xfrm>
            <a:off x="0" y="685800"/>
            <a:ext cx="9172575" cy="76200"/>
          </a:xfrm>
          <a:prstGeom prst="rect">
            <a:avLst/>
          </a:prstGeom>
          <a:solidFill>
            <a:srgbClr val="0000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1032" name="Rectangle 14"/>
          <p:cNvSpPr>
            <a:spLocks noChangeArrowheads="1"/>
          </p:cNvSpPr>
          <p:nvPr/>
        </p:nvSpPr>
        <p:spPr bwMode="auto">
          <a:xfrm>
            <a:off x="0" y="6524625"/>
            <a:ext cx="9144000" cy="333375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1033" name="Rectangle 15"/>
          <p:cNvSpPr>
            <a:spLocks noChangeArrowheads="1"/>
          </p:cNvSpPr>
          <p:nvPr/>
        </p:nvSpPr>
        <p:spPr bwMode="auto">
          <a:xfrm>
            <a:off x="0" y="6448425"/>
            <a:ext cx="9144000" cy="76200"/>
          </a:xfrm>
          <a:prstGeom prst="rect">
            <a:avLst/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</p:sldLayoutIdLst>
  <p:transition spd="med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0"/>
        </a:spcBef>
        <a:spcAft>
          <a:spcPct val="4000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0"/>
        </a:spcBef>
        <a:spcAft>
          <a:spcPct val="40000"/>
        </a:spcAft>
        <a:buChar char="–"/>
        <a:defRPr sz="22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0"/>
        </a:spcBef>
        <a:spcAft>
          <a:spcPct val="40000"/>
        </a:spcAft>
        <a:buChar char="•"/>
        <a:defRPr sz="20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0"/>
        </a:spcBef>
        <a:spcAft>
          <a:spcPct val="4000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0"/>
        </a:spcBef>
        <a:spcAft>
          <a:spcPct val="4000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0"/>
        </a:spcBef>
        <a:spcAft>
          <a:spcPct val="4000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0"/>
        </a:spcBef>
        <a:spcAft>
          <a:spcPct val="4000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0"/>
        </a:spcBef>
        <a:spcAft>
          <a:spcPct val="4000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0"/>
        </a:spcBef>
        <a:spcAft>
          <a:spcPct val="4000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2"/>
          <p:cNvSpPr>
            <a:spLocks noGrp="1" noChangeArrowheads="1"/>
          </p:cNvSpPr>
          <p:nvPr>
            <p:ph type="ctrTitle"/>
          </p:nvPr>
        </p:nvSpPr>
        <p:spPr>
          <a:xfrm>
            <a:off x="396627" y="2183958"/>
            <a:ext cx="8351837" cy="2031325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pt-BR" altLang="pt-BR" sz="3400" dirty="0"/>
              <a:t>Técnicas Estatísticas de Predição</a:t>
            </a:r>
            <a:br>
              <a:rPr lang="pt-BR" altLang="pt-BR" sz="3400" dirty="0"/>
            </a:br>
            <a:r>
              <a:rPr lang="pt-BR" altLang="pt-BR" sz="2200" b="0" dirty="0"/>
              <a:t>Sistemas de Informação</a:t>
            </a:r>
            <a:br>
              <a:rPr lang="pt-BR" altLang="pt-BR" sz="2200" b="0" dirty="0"/>
            </a:br>
            <a:br>
              <a:rPr lang="pt-BR" altLang="pt-BR" sz="2200" b="0" dirty="0"/>
            </a:br>
            <a:r>
              <a:rPr lang="pt-BR" altLang="pt-BR" sz="2200" b="0">
                <a:solidFill>
                  <a:srgbClr val="FF0000"/>
                </a:solidFill>
              </a:rPr>
              <a:t>Aula 11</a:t>
            </a:r>
            <a:br>
              <a:rPr lang="pt-BR" altLang="pt-BR" sz="2200" b="0" dirty="0">
                <a:solidFill>
                  <a:srgbClr val="FF0000"/>
                </a:solidFill>
              </a:rPr>
            </a:br>
            <a:br>
              <a:rPr lang="pt-BR" altLang="pt-BR" sz="600" b="0" dirty="0">
                <a:solidFill>
                  <a:srgbClr val="FF0000"/>
                </a:solidFill>
              </a:rPr>
            </a:br>
            <a:r>
              <a:rPr lang="pt-BR" altLang="pt-BR" sz="2000" b="0" dirty="0">
                <a:solidFill>
                  <a:schemeClr val="tx1"/>
                </a:solidFill>
              </a:rPr>
              <a:t>Qualidade do Ajuste</a:t>
            </a:r>
            <a:endParaRPr lang="pt-BR" altLang="pt-BR" sz="2000" dirty="0">
              <a:solidFill>
                <a:schemeClr val="tx1"/>
              </a:solidFill>
            </a:endParaRPr>
          </a:p>
        </p:txBody>
      </p: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2890366" y="4905375"/>
            <a:ext cx="36258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pt-BR" altLang="pt-BR" dirty="0">
                <a:cs typeface="Times New Roman" pitchFamily="18" charset="0"/>
              </a:rPr>
              <a:t>ADRIANO FERRETI BORGATTO</a:t>
            </a:r>
            <a:endParaRPr lang="pt-BR" altLang="pt-BR" sz="2800"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2707858" y="142875"/>
            <a:ext cx="366959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Qualidade do Ajuste</a:t>
            </a:r>
          </a:p>
        </p:txBody>
      </p:sp>
      <p:sp>
        <p:nvSpPr>
          <p:cNvPr id="6" name="Rectangle 1027">
            <a:extLst>
              <a:ext uri="{FF2B5EF4-FFF2-40B4-BE49-F238E27FC236}">
                <a16:creationId xmlns:a16="http://schemas.microsoft.com/office/drawing/2014/main" id="{BEBD1C46-B35C-4970-9285-B1A7480FD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196752"/>
            <a:ext cx="8077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40000"/>
              </a:spcAft>
              <a:buChar char="–"/>
              <a:defRPr sz="22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4000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4000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>
              <a:buNone/>
            </a:pPr>
            <a:r>
              <a:rPr lang="pt-BR" altLang="pt-BR" sz="2600" kern="0" dirty="0"/>
              <a:t>Análise da Adequação do modelo:</a:t>
            </a:r>
          </a:p>
          <a:p>
            <a:pPr marL="0" indent="0">
              <a:buNone/>
            </a:pPr>
            <a:endParaRPr lang="pt-BR" altLang="pt-BR" sz="2600" kern="0" dirty="0"/>
          </a:p>
          <a:p>
            <a:r>
              <a:rPr lang="pt-BR" altLang="pt-BR" sz="2600" kern="0" dirty="0"/>
              <a:t>Coeficiente de Determinação Ajustado </a:t>
            </a:r>
            <a:r>
              <a:rPr lang="pt-BR" altLang="pt-BR" sz="2600" dirty="0">
                <a:latin typeface="Arial" panose="020B0604020202020204" pitchFamily="34" charset="0"/>
              </a:rPr>
              <a:t>(R</a:t>
            </a:r>
            <a:r>
              <a:rPr lang="pt-BR" altLang="pt-BR" sz="2600" baseline="30000" dirty="0">
                <a:latin typeface="Arial" panose="020B0604020202020204" pitchFamily="34" charset="0"/>
              </a:rPr>
              <a:t>2</a:t>
            </a:r>
            <a:r>
              <a:rPr lang="pt-BR" altLang="pt-BR" sz="2600" dirty="0">
                <a:latin typeface="Arial" panose="020B0604020202020204" pitchFamily="34" charset="0"/>
              </a:rPr>
              <a:t>)</a:t>
            </a:r>
            <a:endParaRPr lang="pt-BR" altLang="pt-BR" sz="2600" kern="0" dirty="0"/>
          </a:p>
          <a:p>
            <a:endParaRPr lang="pt-BR" altLang="pt-BR" sz="2600" kern="0" dirty="0"/>
          </a:p>
          <a:p>
            <a:r>
              <a:rPr lang="pt-BR" altLang="pt-BR" sz="2600" kern="0" dirty="0"/>
              <a:t>Análise de Resíduos</a:t>
            </a:r>
          </a:p>
        </p:txBody>
      </p:sp>
    </p:spTree>
    <p:extLst>
      <p:ext uri="{BB962C8B-B14F-4D97-AF65-F5344CB8AC3E}">
        <p14:creationId xmlns:p14="http://schemas.microsoft.com/office/powerpoint/2010/main" val="394553246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2707858" y="142875"/>
            <a:ext cx="366959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Qualidade do Ajuste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15E7265-3B75-495C-AF00-FABCBDAD72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392" y="1196752"/>
            <a:ext cx="5118720" cy="602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spcBef>
                <a:spcPct val="20000"/>
              </a:spcBef>
            </a:pPr>
            <a:r>
              <a:rPr lang="pt-BR" altLang="pt-BR" dirty="0">
                <a:latin typeface="Arial" panose="020B0604020202020204" pitchFamily="34" charset="0"/>
              </a:rPr>
              <a:t>Coeficiente de determinação (R</a:t>
            </a:r>
            <a:r>
              <a:rPr lang="pt-BR" altLang="pt-BR" baseline="30000" dirty="0">
                <a:latin typeface="Arial" panose="020B0604020202020204" pitchFamily="34" charset="0"/>
              </a:rPr>
              <a:t>2</a:t>
            </a:r>
            <a:r>
              <a:rPr lang="pt-BR" altLang="pt-BR" dirty="0"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5" name="Text Box 20">
            <a:extLst>
              <a:ext uri="{FF2B5EF4-FFF2-40B4-BE49-F238E27FC236}">
                <a16:creationId xmlns:a16="http://schemas.microsoft.com/office/drawing/2014/main" id="{9F4660C5-E985-46DF-9090-DBCBA65A56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1880" y="2058118"/>
            <a:ext cx="1378904" cy="461665"/>
          </a:xfrm>
          <a:prstGeom prst="rect">
            <a:avLst/>
          </a:prstGeom>
          <a:solidFill>
            <a:srgbClr val="C8FEC8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pt-BR" altLang="pt-BR" dirty="0">
                <a:latin typeface="20"/>
              </a:rPr>
              <a:t>0 </a:t>
            </a:r>
            <a:r>
              <a:rPr lang="pt-BR" altLang="pt-BR" dirty="0">
                <a:latin typeface="20"/>
                <a:sym typeface="Symbol" panose="05050102010706020507" pitchFamily="18" charset="2"/>
              </a:rPr>
              <a:t> R</a:t>
            </a:r>
            <a:r>
              <a:rPr lang="pt-BR" altLang="pt-BR" baseline="30000" dirty="0">
                <a:latin typeface="20"/>
                <a:sym typeface="Symbol" panose="05050102010706020507" pitchFamily="18" charset="2"/>
              </a:rPr>
              <a:t>2</a:t>
            </a:r>
            <a:r>
              <a:rPr lang="pt-BR" altLang="pt-BR" dirty="0">
                <a:latin typeface="20"/>
                <a:sym typeface="Symbol" panose="05050102010706020507" pitchFamily="18" charset="2"/>
              </a:rPr>
              <a:t>  1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DF3C99BD-51BA-4D65-992E-2D2A995491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838" t="33228" r="84537" b="57188"/>
          <a:stretch/>
        </p:blipFill>
        <p:spPr>
          <a:xfrm>
            <a:off x="441827" y="1655687"/>
            <a:ext cx="2185957" cy="12241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4">
                <a:extLst>
                  <a:ext uri="{FF2B5EF4-FFF2-40B4-BE49-F238E27FC236}">
                    <a16:creationId xmlns:a16="http://schemas.microsoft.com/office/drawing/2014/main" id="{30B2DAD4-BFB4-4119-8894-36BBC6E7CF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7544" y="2852935"/>
                <a:ext cx="6768752" cy="6029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488" tIns="44450" rIns="90488" bIns="44450"/>
              <a:lstStyle>
                <a:lvl1pPr marL="342900" indent="-3429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just">
                  <a:spcBef>
                    <a:spcPct val="20000"/>
                  </a:spcBef>
                </a:pPr>
                <a:r>
                  <a:rPr lang="pt-BR" altLang="pt-BR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Coeficiente de determinação Ajustado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altLang="pt-B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pt-BR" altLang="pt-B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altLang="pt-B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acc>
                      </m:e>
                      <m:sup>
                        <m:r>
                          <a:rPr lang="pt-BR" altLang="pt-B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altLang="pt-BR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9" name="Rectangle 4">
                <a:extLst>
                  <a:ext uri="{FF2B5EF4-FFF2-40B4-BE49-F238E27FC236}">
                    <a16:creationId xmlns:a16="http://schemas.microsoft.com/office/drawing/2014/main" id="{30B2DAD4-BFB4-4119-8894-36BBC6E7CF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7544" y="2852935"/>
                <a:ext cx="6768752" cy="602952"/>
              </a:xfrm>
              <a:prstGeom prst="rect">
                <a:avLst/>
              </a:prstGeom>
              <a:blipFill>
                <a:blip r:embed="rId3"/>
                <a:stretch>
                  <a:fillRect l="-1441" t="-707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Imagem 9">
            <a:extLst>
              <a:ext uri="{FF2B5EF4-FFF2-40B4-BE49-F238E27FC236}">
                <a16:creationId xmlns:a16="http://schemas.microsoft.com/office/drawing/2014/main" id="{CEA54BA2-F303-4DC4-8916-8C8F1A8B699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838" t="13165" r="76094" b="73960"/>
          <a:stretch/>
        </p:blipFill>
        <p:spPr>
          <a:xfrm>
            <a:off x="395536" y="3383879"/>
            <a:ext cx="6074290" cy="1827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79555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2721488" y="142875"/>
            <a:ext cx="36423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Análise de Resíduos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CE304F8-CE70-4515-A184-DF39B6B35B64}"/>
              </a:ext>
            </a:extLst>
          </p:cNvPr>
          <p:cNvSpPr txBox="1"/>
          <p:nvPr/>
        </p:nvSpPr>
        <p:spPr>
          <a:xfrm>
            <a:off x="251520" y="1052736"/>
            <a:ext cx="8496943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A análise de resíduos é útil para verificar a suposição de que os erros são não correlacionados e têm uma distribuição que é aproximadamente normal com média zero e variância constante, assim como para determinar se é necessária a adição de termos adicionais ao modelo.</a:t>
            </a:r>
          </a:p>
          <a:p>
            <a:endParaRPr lang="pt-BR" sz="2400" dirty="0"/>
          </a:p>
          <a:p>
            <a:r>
              <a:rPr lang="pt-BR" sz="2400" dirty="0"/>
              <a:t>Os resíduos de um modelo de regressão são definidos como:</a:t>
            </a:r>
          </a:p>
          <a:p>
            <a:endParaRPr lang="pt-BR" sz="2400" dirty="0"/>
          </a:p>
          <a:p>
            <a:endParaRPr lang="pt-BR" sz="2400" dirty="0"/>
          </a:p>
          <a:p>
            <a:r>
              <a:rPr lang="pt-BR" sz="2400" dirty="0"/>
              <a:t>onde: 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8085D739-9C11-4C3D-9CC4-FAE1D2A6D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848" y="4077072"/>
            <a:ext cx="1805940" cy="6187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247BE1D9-1123-525C-1DB3-584F8B46DD1A}"/>
                  </a:ext>
                </a:extLst>
              </p:cNvPr>
              <p:cNvSpPr txBox="1"/>
              <p:nvPr/>
            </p:nvSpPr>
            <p:spPr>
              <a:xfrm>
                <a:off x="1573738" y="5517416"/>
                <a:ext cx="5624104" cy="430887"/>
              </a:xfrm>
              <a:prstGeom prst="rect">
                <a:avLst/>
              </a:prstGeom>
              <a:solidFill>
                <a:srgbClr val="FFFF66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…+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247BE1D9-1123-525C-1DB3-584F8B46DD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3738" y="5517416"/>
                <a:ext cx="5624104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944423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2721488" y="142875"/>
            <a:ext cx="36423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Análise de Resíduos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13880C73-DCAD-4C0B-B15A-8508658677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504" y="980728"/>
            <a:ext cx="8856984" cy="466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40000"/>
              </a:spcAft>
              <a:buChar char="–"/>
              <a:defRPr sz="22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4000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4000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r>
              <a:rPr lang="pt-BR" sz="2600" b="1" dirty="0"/>
              <a:t>A análise dos resíduos revela:</a:t>
            </a:r>
          </a:p>
          <a:p>
            <a:pPr lvl="1">
              <a:spcBef>
                <a:spcPct val="40000"/>
              </a:spcBef>
            </a:pPr>
            <a:r>
              <a:rPr lang="pt-BR" dirty="0"/>
              <a:t>se a pressuposição de normalidade da distribuição dos resíduos se confirma;</a:t>
            </a:r>
          </a:p>
          <a:p>
            <a:pPr lvl="1">
              <a:spcBef>
                <a:spcPct val="40000"/>
              </a:spcBef>
            </a:pPr>
            <a:r>
              <a:rPr lang="pt-BR" dirty="0"/>
              <a:t>pode revelar se a variância dos resíduos é realmente constante, ou seja, se a dispersão dos dados em torno da reta de regressão é uniforme;</a:t>
            </a:r>
          </a:p>
          <a:p>
            <a:pPr lvl="1">
              <a:spcBef>
                <a:spcPct val="40000"/>
              </a:spcBef>
            </a:pPr>
            <a:r>
              <a:rPr lang="pt-BR" dirty="0"/>
              <a:t>se a pressuposição de que os resíduos não são correlacionados está satisfeita.</a:t>
            </a:r>
          </a:p>
        </p:txBody>
      </p:sp>
    </p:spTree>
    <p:extLst>
      <p:ext uri="{BB962C8B-B14F-4D97-AF65-F5344CB8AC3E}">
        <p14:creationId xmlns:p14="http://schemas.microsoft.com/office/powerpoint/2010/main" val="337821110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2721488" y="142875"/>
            <a:ext cx="36423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Análise de Resíduos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91C624E-53FD-4E27-9F37-765E8E34FC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1025624"/>
            <a:ext cx="81026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40000"/>
              </a:spcAft>
              <a:buChar char="–"/>
              <a:defRPr sz="22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4000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4000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buFont typeface="Wingdings" pitchFamily="2" charset="2"/>
              <a:buChar char="Ø"/>
            </a:pPr>
            <a:r>
              <a:rPr lang="pt-BR" dirty="0"/>
              <a:t>Checagem das pressuposições por meio dos gráficos:</a:t>
            </a:r>
          </a:p>
          <a:p>
            <a:pPr lvl="1"/>
            <a:r>
              <a:rPr lang="pt-BR" dirty="0"/>
              <a:t>Plotagem dos Resíduos</a:t>
            </a:r>
          </a:p>
          <a:p>
            <a:pPr lvl="2"/>
            <a:r>
              <a:rPr lang="pt-BR" dirty="0"/>
              <a:t>Se os dados atendem às premissas, o gráfico deve mostrar uma faixa horizontal centrada em torno do 0, sem mostrar uma tendência positiva ou negativa</a:t>
            </a:r>
          </a:p>
          <a:p>
            <a:pPr lvl="2"/>
            <a:endParaRPr lang="pt-BR" dirty="0"/>
          </a:p>
          <a:p>
            <a:pPr lvl="1"/>
            <a:r>
              <a:rPr lang="pt-BR" dirty="0"/>
              <a:t>Plotagem de Probabilidade Normal (Q-Q </a:t>
            </a:r>
            <a:r>
              <a:rPr lang="pt-BR" dirty="0" err="1"/>
              <a:t>Plot</a:t>
            </a:r>
            <a:r>
              <a:rPr lang="pt-BR" dirty="0"/>
              <a:t>)</a:t>
            </a:r>
          </a:p>
          <a:p>
            <a:pPr lvl="2"/>
            <a:r>
              <a:rPr lang="pt-BR" dirty="0"/>
              <a:t>Se o gráfico é aproximadamente linear, podemos assumir que os resíduos têm distribuição normal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28200771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090AEAA6-AF14-47DA-A06D-0D82521CC6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025624"/>
            <a:ext cx="81026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40000"/>
              </a:spcAft>
              <a:buChar char="–"/>
              <a:defRPr sz="22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4000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4000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buFont typeface="Wingdings" pitchFamily="2" charset="2"/>
              <a:buChar char="Ø"/>
            </a:pPr>
            <a:r>
              <a:rPr lang="pt-BR" dirty="0"/>
              <a:t>Checando igualdade da variância dos resíduos:</a:t>
            </a:r>
          </a:p>
          <a:p>
            <a:pPr marL="808038" indent="-265113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</a:pPr>
            <a:r>
              <a:rPr lang="pt-BR" dirty="0"/>
              <a:t>A variância dos resíduos é indicada pela largura da dispersão dos resíduos, quando o valor de x aumenta</a:t>
            </a:r>
          </a:p>
          <a:p>
            <a:pPr marL="808038" indent="-265113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</a:pPr>
            <a:r>
              <a:rPr lang="pt-BR" dirty="0"/>
              <a:t>Se essa largura aumenta ou diminui quando o valor de x aumenta, a variância não é constante</a:t>
            </a:r>
          </a:p>
          <a:p>
            <a:pPr marL="808038" indent="-265113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</a:pPr>
            <a:r>
              <a:rPr lang="pt-BR" dirty="0"/>
              <a:t>Este problema é denominado </a:t>
            </a:r>
            <a:r>
              <a:rPr lang="pt-BR" dirty="0">
                <a:solidFill>
                  <a:srgbClr val="800000"/>
                </a:solidFill>
              </a:rPr>
              <a:t>heterocedasticidade</a:t>
            </a:r>
          </a:p>
          <a:p>
            <a:pPr marL="457200" indent="-457200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pt-BR" dirty="0"/>
              <a:t>Checando normalidade dos resíduos:</a:t>
            </a:r>
          </a:p>
          <a:p>
            <a:pPr marL="808038" indent="-265113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</a:pPr>
            <a:endParaRPr lang="pt-BR" dirty="0">
              <a:solidFill>
                <a:srgbClr val="800000"/>
              </a:solidFill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65B3D2A-2768-4CE9-B4E8-6BA0195CDF38}"/>
              </a:ext>
            </a:extLst>
          </p:cNvPr>
          <p:cNvSpPr/>
          <p:nvPr/>
        </p:nvSpPr>
        <p:spPr>
          <a:xfrm>
            <a:off x="2721488" y="99332"/>
            <a:ext cx="36423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Análise de Resíduos</a:t>
            </a:r>
          </a:p>
        </p:txBody>
      </p:sp>
    </p:spTree>
    <p:extLst>
      <p:ext uri="{BB962C8B-B14F-4D97-AF65-F5344CB8AC3E}">
        <p14:creationId xmlns:p14="http://schemas.microsoft.com/office/powerpoint/2010/main" val="109753165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3">
            <a:extLst>
              <a:ext uri="{FF2B5EF4-FFF2-40B4-BE49-F238E27FC236}">
                <a16:creationId xmlns:a16="http://schemas.microsoft.com/office/drawing/2014/main" id="{B994DA27-3681-4D5D-9DCD-B9558DC54652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1365920"/>
            <a:ext cx="0" cy="304800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pt-BR"/>
          </a:p>
        </p:txBody>
      </p:sp>
      <p:sp>
        <p:nvSpPr>
          <p:cNvPr id="4" name="Line 4">
            <a:extLst>
              <a:ext uri="{FF2B5EF4-FFF2-40B4-BE49-F238E27FC236}">
                <a16:creationId xmlns:a16="http://schemas.microsoft.com/office/drawing/2014/main" id="{D44BA0CF-9808-47E9-95B2-60E4AF9A7550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" y="4261520"/>
            <a:ext cx="35052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pt-BR"/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F91958CB-5D5B-4060-B2BE-F42E88E681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908720"/>
            <a:ext cx="1447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b="1">
                <a:latin typeface="Arial Narrow" pitchFamily="34" charset="0"/>
              </a:rPr>
              <a:t>Resíduos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134D3764-4483-46BC-A696-6658A64EFA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9912" y="4337720"/>
            <a:ext cx="914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b="1" dirty="0">
                <a:latin typeface="Arial Narrow" pitchFamily="34" charset="0"/>
              </a:rPr>
              <a:t>Predito  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F9724F5B-FAB2-476F-97A0-A36123B9F0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356520"/>
            <a:ext cx="381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CC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2000" b="1">
                <a:latin typeface="Times New Roman" pitchFamily="18" charset="0"/>
              </a:rPr>
              <a:t>0</a:t>
            </a:r>
          </a:p>
        </p:txBody>
      </p:sp>
      <p:sp>
        <p:nvSpPr>
          <p:cNvPr id="9" name="AutoShape 8">
            <a:extLst>
              <a:ext uri="{FF2B5EF4-FFF2-40B4-BE49-F238E27FC236}">
                <a16:creationId xmlns:a16="http://schemas.microsoft.com/office/drawing/2014/main" id="{3C89E111-D059-4E21-937A-440797AC67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2585120"/>
            <a:ext cx="76200" cy="76200"/>
          </a:xfrm>
          <a:prstGeom prst="triangle">
            <a:avLst>
              <a:gd name="adj" fmla="val 50000"/>
            </a:avLst>
          </a:prstGeom>
          <a:solidFill>
            <a:srgbClr val="00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0" name="AutoShape 9">
            <a:extLst>
              <a:ext uri="{FF2B5EF4-FFF2-40B4-BE49-F238E27FC236}">
                <a16:creationId xmlns:a16="http://schemas.microsoft.com/office/drawing/2014/main" id="{2E1075F4-6E69-4C11-A535-5C89214F33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2813720"/>
            <a:ext cx="76200" cy="76200"/>
          </a:xfrm>
          <a:prstGeom prst="triangle">
            <a:avLst>
              <a:gd name="adj" fmla="val 50000"/>
            </a:avLst>
          </a:prstGeom>
          <a:solidFill>
            <a:srgbClr val="00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1" name="AutoShape 10">
            <a:extLst>
              <a:ext uri="{FF2B5EF4-FFF2-40B4-BE49-F238E27FC236}">
                <a16:creationId xmlns:a16="http://schemas.microsoft.com/office/drawing/2014/main" id="{099DC2B5-2CDA-4845-9878-AAD7A9A038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2432720"/>
            <a:ext cx="76200" cy="76200"/>
          </a:xfrm>
          <a:prstGeom prst="triangle">
            <a:avLst>
              <a:gd name="adj" fmla="val 50000"/>
            </a:avLst>
          </a:prstGeom>
          <a:solidFill>
            <a:srgbClr val="00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2" name="AutoShape 11">
            <a:extLst>
              <a:ext uri="{FF2B5EF4-FFF2-40B4-BE49-F238E27FC236}">
                <a16:creationId xmlns:a16="http://schemas.microsoft.com/office/drawing/2014/main" id="{506AD256-55C8-438A-AF0B-8B68BC854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2661320"/>
            <a:ext cx="76200" cy="76200"/>
          </a:xfrm>
          <a:prstGeom prst="triangle">
            <a:avLst>
              <a:gd name="adj" fmla="val 50000"/>
            </a:avLst>
          </a:prstGeom>
          <a:solidFill>
            <a:srgbClr val="00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3" name="AutoShape 12">
            <a:extLst>
              <a:ext uri="{FF2B5EF4-FFF2-40B4-BE49-F238E27FC236}">
                <a16:creationId xmlns:a16="http://schemas.microsoft.com/office/drawing/2014/main" id="{CE36BFF6-A5D9-4262-B8B4-F439ABC7C1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2966120"/>
            <a:ext cx="76200" cy="76200"/>
          </a:xfrm>
          <a:prstGeom prst="triangle">
            <a:avLst>
              <a:gd name="adj" fmla="val 50000"/>
            </a:avLst>
          </a:prstGeom>
          <a:solidFill>
            <a:srgbClr val="00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4" name="AutoShape 13">
            <a:extLst>
              <a:ext uri="{FF2B5EF4-FFF2-40B4-BE49-F238E27FC236}">
                <a16:creationId xmlns:a16="http://schemas.microsoft.com/office/drawing/2014/main" id="{894AEAD3-3D51-48F3-B991-DF3B9C599B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2280320"/>
            <a:ext cx="76200" cy="76200"/>
          </a:xfrm>
          <a:prstGeom prst="triangle">
            <a:avLst>
              <a:gd name="adj" fmla="val 50000"/>
            </a:avLst>
          </a:prstGeom>
          <a:solidFill>
            <a:srgbClr val="00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5" name="AutoShape 14">
            <a:extLst>
              <a:ext uri="{FF2B5EF4-FFF2-40B4-BE49-F238E27FC236}">
                <a16:creationId xmlns:a16="http://schemas.microsoft.com/office/drawing/2014/main" id="{49B8A6CE-F88F-459A-92E1-506439F9B1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2661320"/>
            <a:ext cx="76200" cy="76200"/>
          </a:xfrm>
          <a:prstGeom prst="triangle">
            <a:avLst>
              <a:gd name="adj" fmla="val 50000"/>
            </a:avLst>
          </a:prstGeom>
          <a:solidFill>
            <a:srgbClr val="00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6" name="AutoShape 15">
            <a:extLst>
              <a:ext uri="{FF2B5EF4-FFF2-40B4-BE49-F238E27FC236}">
                <a16:creationId xmlns:a16="http://schemas.microsoft.com/office/drawing/2014/main" id="{FAF04CA4-BC7C-453C-B3AC-5036937FA7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3042320"/>
            <a:ext cx="76200" cy="76200"/>
          </a:xfrm>
          <a:prstGeom prst="triangle">
            <a:avLst>
              <a:gd name="adj" fmla="val 50000"/>
            </a:avLst>
          </a:prstGeom>
          <a:solidFill>
            <a:srgbClr val="00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7" name="AutoShape 16">
            <a:extLst>
              <a:ext uri="{FF2B5EF4-FFF2-40B4-BE49-F238E27FC236}">
                <a16:creationId xmlns:a16="http://schemas.microsoft.com/office/drawing/2014/main" id="{5B6AE314-30FE-4360-A2A2-2FDDF8FE80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2280320"/>
            <a:ext cx="76200" cy="76200"/>
          </a:xfrm>
          <a:prstGeom prst="triangle">
            <a:avLst>
              <a:gd name="adj" fmla="val 50000"/>
            </a:avLst>
          </a:prstGeom>
          <a:solidFill>
            <a:srgbClr val="00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8" name="AutoShape 17">
            <a:extLst>
              <a:ext uri="{FF2B5EF4-FFF2-40B4-BE49-F238E27FC236}">
                <a16:creationId xmlns:a16="http://schemas.microsoft.com/office/drawing/2014/main" id="{E6AE1A6F-9CB4-4023-848F-602C5A70F6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2813720"/>
            <a:ext cx="76200" cy="76200"/>
          </a:xfrm>
          <a:prstGeom prst="triangle">
            <a:avLst>
              <a:gd name="adj" fmla="val 50000"/>
            </a:avLst>
          </a:prstGeom>
          <a:solidFill>
            <a:srgbClr val="00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9" name="AutoShape 18">
            <a:extLst>
              <a:ext uri="{FF2B5EF4-FFF2-40B4-BE49-F238E27FC236}">
                <a16:creationId xmlns:a16="http://schemas.microsoft.com/office/drawing/2014/main" id="{3D665E95-936F-4E53-8211-D0E71568F5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2432720"/>
            <a:ext cx="76200" cy="76200"/>
          </a:xfrm>
          <a:prstGeom prst="triangle">
            <a:avLst>
              <a:gd name="adj" fmla="val 50000"/>
            </a:avLst>
          </a:prstGeom>
          <a:solidFill>
            <a:srgbClr val="00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20" name="AutoShape 19">
            <a:extLst>
              <a:ext uri="{FF2B5EF4-FFF2-40B4-BE49-F238E27FC236}">
                <a16:creationId xmlns:a16="http://schemas.microsoft.com/office/drawing/2014/main" id="{81D37265-E369-406C-A45B-7FF5036508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2661320"/>
            <a:ext cx="76200" cy="76200"/>
          </a:xfrm>
          <a:prstGeom prst="triangle">
            <a:avLst>
              <a:gd name="adj" fmla="val 50000"/>
            </a:avLst>
          </a:prstGeom>
          <a:solidFill>
            <a:srgbClr val="00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21" name="AutoShape 20">
            <a:extLst>
              <a:ext uri="{FF2B5EF4-FFF2-40B4-BE49-F238E27FC236}">
                <a16:creationId xmlns:a16="http://schemas.microsoft.com/office/drawing/2014/main" id="{FFFB4EA7-12DE-46A0-B009-C4C3276372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2966120"/>
            <a:ext cx="76200" cy="76200"/>
          </a:xfrm>
          <a:prstGeom prst="triangle">
            <a:avLst>
              <a:gd name="adj" fmla="val 50000"/>
            </a:avLst>
          </a:prstGeom>
          <a:solidFill>
            <a:srgbClr val="00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22" name="AutoShape 21">
            <a:extLst>
              <a:ext uri="{FF2B5EF4-FFF2-40B4-BE49-F238E27FC236}">
                <a16:creationId xmlns:a16="http://schemas.microsoft.com/office/drawing/2014/main" id="{8B2E7584-9485-44BB-B614-032061804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280320"/>
            <a:ext cx="76200" cy="76200"/>
          </a:xfrm>
          <a:prstGeom prst="triangle">
            <a:avLst>
              <a:gd name="adj" fmla="val 50000"/>
            </a:avLst>
          </a:prstGeom>
          <a:solidFill>
            <a:srgbClr val="00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23" name="AutoShape 22">
            <a:extLst>
              <a:ext uri="{FF2B5EF4-FFF2-40B4-BE49-F238E27FC236}">
                <a16:creationId xmlns:a16="http://schemas.microsoft.com/office/drawing/2014/main" id="{AE87F1FA-F43E-438B-BA1D-8A11212D9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2661320"/>
            <a:ext cx="76200" cy="76200"/>
          </a:xfrm>
          <a:prstGeom prst="triangle">
            <a:avLst>
              <a:gd name="adj" fmla="val 50000"/>
            </a:avLst>
          </a:prstGeom>
          <a:solidFill>
            <a:srgbClr val="00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24" name="AutoShape 23">
            <a:extLst>
              <a:ext uri="{FF2B5EF4-FFF2-40B4-BE49-F238E27FC236}">
                <a16:creationId xmlns:a16="http://schemas.microsoft.com/office/drawing/2014/main" id="{D15C296A-3599-46EF-B84D-FAAE760F18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042320"/>
            <a:ext cx="76200" cy="76200"/>
          </a:xfrm>
          <a:prstGeom prst="triangle">
            <a:avLst>
              <a:gd name="adj" fmla="val 50000"/>
            </a:avLst>
          </a:prstGeom>
          <a:solidFill>
            <a:srgbClr val="00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25" name="AutoShape 24">
            <a:extLst>
              <a:ext uri="{FF2B5EF4-FFF2-40B4-BE49-F238E27FC236}">
                <a16:creationId xmlns:a16="http://schemas.microsoft.com/office/drawing/2014/main" id="{AF3C65D1-C69A-44ED-88B5-18C643924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2280320"/>
            <a:ext cx="76200" cy="76200"/>
          </a:xfrm>
          <a:prstGeom prst="triangle">
            <a:avLst>
              <a:gd name="adj" fmla="val 50000"/>
            </a:avLst>
          </a:prstGeom>
          <a:solidFill>
            <a:srgbClr val="00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26" name="AutoShape 25">
            <a:extLst>
              <a:ext uri="{FF2B5EF4-FFF2-40B4-BE49-F238E27FC236}">
                <a16:creationId xmlns:a16="http://schemas.microsoft.com/office/drawing/2014/main" id="{3347E206-CBD5-489F-9E6F-8FD0100C1D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3042320"/>
            <a:ext cx="76200" cy="76200"/>
          </a:xfrm>
          <a:prstGeom prst="triangle">
            <a:avLst>
              <a:gd name="adj" fmla="val 50000"/>
            </a:avLst>
          </a:prstGeom>
          <a:solidFill>
            <a:srgbClr val="00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27" name="AutoShape 26">
            <a:extLst>
              <a:ext uri="{FF2B5EF4-FFF2-40B4-BE49-F238E27FC236}">
                <a16:creationId xmlns:a16="http://schemas.microsoft.com/office/drawing/2014/main" id="{D08DBA4B-D8D1-4851-BF8C-3D46ADF03D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2889920"/>
            <a:ext cx="76200" cy="76200"/>
          </a:xfrm>
          <a:prstGeom prst="triangle">
            <a:avLst>
              <a:gd name="adj" fmla="val 50000"/>
            </a:avLst>
          </a:prstGeom>
          <a:solidFill>
            <a:srgbClr val="00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28" name="AutoShape 27">
            <a:extLst>
              <a:ext uri="{FF2B5EF4-FFF2-40B4-BE49-F238E27FC236}">
                <a16:creationId xmlns:a16="http://schemas.microsoft.com/office/drawing/2014/main" id="{EF3B2D1D-1D5A-4EED-A08E-54EA6E60F5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2508920"/>
            <a:ext cx="76200" cy="76200"/>
          </a:xfrm>
          <a:prstGeom prst="triangle">
            <a:avLst>
              <a:gd name="adj" fmla="val 50000"/>
            </a:avLst>
          </a:prstGeom>
          <a:solidFill>
            <a:srgbClr val="00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29" name="AutoShape 28">
            <a:extLst>
              <a:ext uri="{FF2B5EF4-FFF2-40B4-BE49-F238E27FC236}">
                <a16:creationId xmlns:a16="http://schemas.microsoft.com/office/drawing/2014/main" id="{C6589126-E550-40DB-9F0C-CB2EAE3D23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2737520"/>
            <a:ext cx="76200" cy="76200"/>
          </a:xfrm>
          <a:prstGeom prst="triangle">
            <a:avLst>
              <a:gd name="adj" fmla="val 50000"/>
            </a:avLst>
          </a:prstGeom>
          <a:solidFill>
            <a:srgbClr val="00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0" name="AutoShape 29">
            <a:extLst>
              <a:ext uri="{FF2B5EF4-FFF2-40B4-BE49-F238E27FC236}">
                <a16:creationId xmlns:a16="http://schemas.microsoft.com/office/drawing/2014/main" id="{406EF4B2-6AC8-4F9A-9DDB-34E13B9D8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3042320"/>
            <a:ext cx="76200" cy="76200"/>
          </a:xfrm>
          <a:prstGeom prst="triangle">
            <a:avLst>
              <a:gd name="adj" fmla="val 50000"/>
            </a:avLst>
          </a:prstGeom>
          <a:solidFill>
            <a:srgbClr val="00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1" name="AutoShape 30">
            <a:extLst>
              <a:ext uri="{FF2B5EF4-FFF2-40B4-BE49-F238E27FC236}">
                <a16:creationId xmlns:a16="http://schemas.microsoft.com/office/drawing/2014/main" id="{59491346-0DD3-45A5-B8AC-B616196F4D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2356520"/>
            <a:ext cx="76200" cy="76200"/>
          </a:xfrm>
          <a:prstGeom prst="triangle">
            <a:avLst>
              <a:gd name="adj" fmla="val 50000"/>
            </a:avLst>
          </a:prstGeom>
          <a:solidFill>
            <a:srgbClr val="00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2" name="AutoShape 31">
            <a:extLst>
              <a:ext uri="{FF2B5EF4-FFF2-40B4-BE49-F238E27FC236}">
                <a16:creationId xmlns:a16="http://schemas.microsoft.com/office/drawing/2014/main" id="{DA6B74AB-1678-4F0F-91FB-0B4B5F63BA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737520"/>
            <a:ext cx="76200" cy="76200"/>
          </a:xfrm>
          <a:prstGeom prst="triangle">
            <a:avLst>
              <a:gd name="adj" fmla="val 50000"/>
            </a:avLst>
          </a:prstGeom>
          <a:solidFill>
            <a:srgbClr val="00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3" name="AutoShape 32">
            <a:extLst>
              <a:ext uri="{FF2B5EF4-FFF2-40B4-BE49-F238E27FC236}">
                <a16:creationId xmlns:a16="http://schemas.microsoft.com/office/drawing/2014/main" id="{9E093A9F-46EB-417A-ADE5-66FC2814FE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3118520"/>
            <a:ext cx="76200" cy="76200"/>
          </a:xfrm>
          <a:prstGeom prst="triangle">
            <a:avLst>
              <a:gd name="adj" fmla="val 50000"/>
            </a:avLst>
          </a:prstGeom>
          <a:solidFill>
            <a:srgbClr val="00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4" name="AutoShape 33">
            <a:extLst>
              <a:ext uri="{FF2B5EF4-FFF2-40B4-BE49-F238E27FC236}">
                <a16:creationId xmlns:a16="http://schemas.microsoft.com/office/drawing/2014/main" id="{30135887-9741-44FB-981A-0412FFB4D5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2356520"/>
            <a:ext cx="76200" cy="76200"/>
          </a:xfrm>
          <a:prstGeom prst="triangle">
            <a:avLst>
              <a:gd name="adj" fmla="val 50000"/>
            </a:avLst>
          </a:prstGeom>
          <a:solidFill>
            <a:srgbClr val="00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5" name="AutoShape 34">
            <a:extLst>
              <a:ext uri="{FF2B5EF4-FFF2-40B4-BE49-F238E27FC236}">
                <a16:creationId xmlns:a16="http://schemas.microsoft.com/office/drawing/2014/main" id="{859FFCDF-51B8-482F-93DE-E68B83EFC7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2889920"/>
            <a:ext cx="76200" cy="76200"/>
          </a:xfrm>
          <a:prstGeom prst="triangle">
            <a:avLst>
              <a:gd name="adj" fmla="val 50000"/>
            </a:avLst>
          </a:prstGeom>
          <a:solidFill>
            <a:srgbClr val="00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6" name="AutoShape 35">
            <a:extLst>
              <a:ext uri="{FF2B5EF4-FFF2-40B4-BE49-F238E27FC236}">
                <a16:creationId xmlns:a16="http://schemas.microsoft.com/office/drawing/2014/main" id="{082A84A5-9978-4A14-93FD-81C541F461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2356520"/>
            <a:ext cx="76200" cy="76200"/>
          </a:xfrm>
          <a:prstGeom prst="triangle">
            <a:avLst>
              <a:gd name="adj" fmla="val 50000"/>
            </a:avLst>
          </a:prstGeom>
          <a:solidFill>
            <a:srgbClr val="00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7" name="Line 36">
            <a:extLst>
              <a:ext uri="{FF2B5EF4-FFF2-40B4-BE49-F238E27FC236}">
                <a16:creationId xmlns:a16="http://schemas.microsoft.com/office/drawing/2014/main" id="{9C606A1F-015B-4CB5-805A-9D0F6C9275A1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2585120"/>
            <a:ext cx="3352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pt-BR"/>
          </a:p>
        </p:txBody>
      </p:sp>
      <p:sp>
        <p:nvSpPr>
          <p:cNvPr id="38" name="AutoShape 37">
            <a:extLst>
              <a:ext uri="{FF2B5EF4-FFF2-40B4-BE49-F238E27FC236}">
                <a16:creationId xmlns:a16="http://schemas.microsoft.com/office/drawing/2014/main" id="{4628E225-C8BF-4A2C-9241-E44E5A8B5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2356520"/>
            <a:ext cx="76200" cy="76200"/>
          </a:xfrm>
          <a:prstGeom prst="triangle">
            <a:avLst>
              <a:gd name="adj" fmla="val 50000"/>
            </a:avLst>
          </a:prstGeom>
          <a:solidFill>
            <a:srgbClr val="00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9" name="AutoShape 38">
            <a:extLst>
              <a:ext uri="{FF2B5EF4-FFF2-40B4-BE49-F238E27FC236}">
                <a16:creationId xmlns:a16="http://schemas.microsoft.com/office/drawing/2014/main" id="{D60D1C1D-0E14-4128-BC18-40E9D12E7A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1975520"/>
            <a:ext cx="76200" cy="76200"/>
          </a:xfrm>
          <a:prstGeom prst="triangle">
            <a:avLst>
              <a:gd name="adj" fmla="val 50000"/>
            </a:avLst>
          </a:prstGeom>
          <a:solidFill>
            <a:srgbClr val="00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40" name="AutoShape 39">
            <a:extLst>
              <a:ext uri="{FF2B5EF4-FFF2-40B4-BE49-F238E27FC236}">
                <a16:creationId xmlns:a16="http://schemas.microsoft.com/office/drawing/2014/main" id="{604A9E5A-A361-452F-A007-97BE253CB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1975520"/>
            <a:ext cx="76200" cy="76200"/>
          </a:xfrm>
          <a:prstGeom prst="triangle">
            <a:avLst>
              <a:gd name="adj" fmla="val 50000"/>
            </a:avLst>
          </a:prstGeom>
          <a:solidFill>
            <a:srgbClr val="00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41" name="AutoShape 40">
            <a:extLst>
              <a:ext uri="{FF2B5EF4-FFF2-40B4-BE49-F238E27FC236}">
                <a16:creationId xmlns:a16="http://schemas.microsoft.com/office/drawing/2014/main" id="{491CA393-BC10-49C9-B326-EACFCA12DA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2127920"/>
            <a:ext cx="76200" cy="76200"/>
          </a:xfrm>
          <a:prstGeom prst="triangle">
            <a:avLst>
              <a:gd name="adj" fmla="val 50000"/>
            </a:avLst>
          </a:prstGeom>
          <a:solidFill>
            <a:srgbClr val="00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42" name="AutoShape 41">
            <a:extLst>
              <a:ext uri="{FF2B5EF4-FFF2-40B4-BE49-F238E27FC236}">
                <a16:creationId xmlns:a16="http://schemas.microsoft.com/office/drawing/2014/main" id="{7556436F-20DB-448D-B953-DE3A26B885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1975520"/>
            <a:ext cx="76200" cy="76200"/>
          </a:xfrm>
          <a:prstGeom prst="triangle">
            <a:avLst>
              <a:gd name="adj" fmla="val 50000"/>
            </a:avLst>
          </a:prstGeom>
          <a:solidFill>
            <a:srgbClr val="00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43" name="AutoShape 42">
            <a:extLst>
              <a:ext uri="{FF2B5EF4-FFF2-40B4-BE49-F238E27FC236}">
                <a16:creationId xmlns:a16="http://schemas.microsoft.com/office/drawing/2014/main" id="{E447354A-5430-484B-B3C4-BAAEA07141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1975520"/>
            <a:ext cx="76200" cy="76200"/>
          </a:xfrm>
          <a:prstGeom prst="triangle">
            <a:avLst>
              <a:gd name="adj" fmla="val 50000"/>
            </a:avLst>
          </a:prstGeom>
          <a:solidFill>
            <a:srgbClr val="00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44" name="AutoShape 43">
            <a:extLst>
              <a:ext uri="{FF2B5EF4-FFF2-40B4-BE49-F238E27FC236}">
                <a16:creationId xmlns:a16="http://schemas.microsoft.com/office/drawing/2014/main" id="{28AC7ACC-4766-4C36-B961-3CAF3CCBA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2051720"/>
            <a:ext cx="76200" cy="76200"/>
          </a:xfrm>
          <a:prstGeom prst="triangle">
            <a:avLst>
              <a:gd name="adj" fmla="val 50000"/>
            </a:avLst>
          </a:prstGeom>
          <a:solidFill>
            <a:srgbClr val="00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45" name="AutoShape 44">
            <a:extLst>
              <a:ext uri="{FF2B5EF4-FFF2-40B4-BE49-F238E27FC236}">
                <a16:creationId xmlns:a16="http://schemas.microsoft.com/office/drawing/2014/main" id="{9C62A258-BC2D-4B2E-83A5-AA218E182C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2051720"/>
            <a:ext cx="76200" cy="76200"/>
          </a:xfrm>
          <a:prstGeom prst="triangle">
            <a:avLst>
              <a:gd name="adj" fmla="val 50000"/>
            </a:avLst>
          </a:prstGeom>
          <a:solidFill>
            <a:srgbClr val="00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46" name="AutoShape 45">
            <a:extLst>
              <a:ext uri="{FF2B5EF4-FFF2-40B4-BE49-F238E27FC236}">
                <a16:creationId xmlns:a16="http://schemas.microsoft.com/office/drawing/2014/main" id="{465749A5-B6AF-4C91-B45D-48E9C5D5D9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2051720"/>
            <a:ext cx="76200" cy="76200"/>
          </a:xfrm>
          <a:prstGeom prst="triangle">
            <a:avLst>
              <a:gd name="adj" fmla="val 50000"/>
            </a:avLst>
          </a:prstGeom>
          <a:solidFill>
            <a:srgbClr val="00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47" name="Line 46">
            <a:extLst>
              <a:ext uri="{FF2B5EF4-FFF2-40B4-BE49-F238E27FC236}">
                <a16:creationId xmlns:a16="http://schemas.microsoft.com/office/drawing/2014/main" id="{AE328915-2D72-407C-A125-4EDF1DAC0FC1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1365920"/>
            <a:ext cx="0" cy="304800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pt-BR"/>
          </a:p>
        </p:txBody>
      </p:sp>
      <p:sp>
        <p:nvSpPr>
          <p:cNvPr id="48" name="Line 47">
            <a:extLst>
              <a:ext uri="{FF2B5EF4-FFF2-40B4-BE49-F238E27FC236}">
                <a16:creationId xmlns:a16="http://schemas.microsoft.com/office/drawing/2014/main" id="{4B7176FE-3A90-4C94-89D9-D21B3CA4D54D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4261520"/>
            <a:ext cx="35052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pt-BR"/>
          </a:p>
        </p:txBody>
      </p:sp>
      <p:sp>
        <p:nvSpPr>
          <p:cNvPr id="49" name="Text Box 48">
            <a:extLst>
              <a:ext uri="{FF2B5EF4-FFF2-40B4-BE49-F238E27FC236}">
                <a16:creationId xmlns:a16="http://schemas.microsoft.com/office/drawing/2014/main" id="{FAAFAE9E-FBC5-4DF2-BFD5-915020F240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908720"/>
            <a:ext cx="1447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b="1">
                <a:latin typeface="Arial Narrow" pitchFamily="34" charset="0"/>
              </a:rPr>
              <a:t>Resíduos</a:t>
            </a:r>
          </a:p>
        </p:txBody>
      </p:sp>
      <p:sp>
        <p:nvSpPr>
          <p:cNvPr id="50" name="Text Box 49">
            <a:extLst>
              <a:ext uri="{FF2B5EF4-FFF2-40B4-BE49-F238E27FC236}">
                <a16:creationId xmlns:a16="http://schemas.microsoft.com/office/drawing/2014/main" id="{79D52961-89E7-4E8A-A8F5-0CB6E165C2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8256" y="4337720"/>
            <a:ext cx="838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b="1" dirty="0">
                <a:latin typeface="Arial Narrow" pitchFamily="34" charset="0"/>
              </a:rPr>
              <a:t>Predito   </a:t>
            </a:r>
          </a:p>
        </p:txBody>
      </p:sp>
      <p:sp>
        <p:nvSpPr>
          <p:cNvPr id="51" name="Text Box 50">
            <a:extLst>
              <a:ext uri="{FF2B5EF4-FFF2-40B4-BE49-F238E27FC236}">
                <a16:creationId xmlns:a16="http://schemas.microsoft.com/office/drawing/2014/main" id="{6C360484-4BB1-4F1A-A98E-75DEFA9BE1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2280320"/>
            <a:ext cx="381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2000" b="1">
                <a:latin typeface="Times New Roman" pitchFamily="18" charset="0"/>
              </a:rPr>
              <a:t>0</a:t>
            </a:r>
          </a:p>
        </p:txBody>
      </p:sp>
      <p:sp>
        <p:nvSpPr>
          <p:cNvPr id="52" name="Line 51">
            <a:extLst>
              <a:ext uri="{FF2B5EF4-FFF2-40B4-BE49-F238E27FC236}">
                <a16:creationId xmlns:a16="http://schemas.microsoft.com/office/drawing/2014/main" id="{0A6DE711-4581-4F79-A013-B55065FC9001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2585120"/>
            <a:ext cx="3352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pt-BR"/>
          </a:p>
        </p:txBody>
      </p:sp>
      <p:sp>
        <p:nvSpPr>
          <p:cNvPr id="53" name="AutoShape 52">
            <a:extLst>
              <a:ext uri="{FF2B5EF4-FFF2-40B4-BE49-F238E27FC236}">
                <a16:creationId xmlns:a16="http://schemas.microsoft.com/office/drawing/2014/main" id="{613A4625-1F9D-4BC4-A94E-0AC74AD75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2432720"/>
            <a:ext cx="76200" cy="76200"/>
          </a:xfrm>
          <a:prstGeom prst="triangle">
            <a:avLst>
              <a:gd name="adj" fmla="val 50000"/>
            </a:avLst>
          </a:prstGeom>
          <a:solidFill>
            <a:srgbClr val="00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54" name="AutoShape 53">
            <a:extLst>
              <a:ext uri="{FF2B5EF4-FFF2-40B4-BE49-F238E27FC236}">
                <a16:creationId xmlns:a16="http://schemas.microsoft.com/office/drawing/2014/main" id="{9A9C4BD2-ED42-43EB-A8DF-425182738B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2280320"/>
            <a:ext cx="76200" cy="76200"/>
          </a:xfrm>
          <a:prstGeom prst="triangle">
            <a:avLst>
              <a:gd name="adj" fmla="val 50000"/>
            </a:avLst>
          </a:prstGeom>
          <a:solidFill>
            <a:srgbClr val="00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55" name="AutoShape 54">
            <a:extLst>
              <a:ext uri="{FF2B5EF4-FFF2-40B4-BE49-F238E27FC236}">
                <a16:creationId xmlns:a16="http://schemas.microsoft.com/office/drawing/2014/main" id="{1E115D34-8D27-4E6E-8090-617BEE1BE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2508920"/>
            <a:ext cx="76200" cy="76200"/>
          </a:xfrm>
          <a:prstGeom prst="triangle">
            <a:avLst>
              <a:gd name="adj" fmla="val 50000"/>
            </a:avLst>
          </a:prstGeom>
          <a:solidFill>
            <a:srgbClr val="00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56" name="AutoShape 55">
            <a:extLst>
              <a:ext uri="{FF2B5EF4-FFF2-40B4-BE49-F238E27FC236}">
                <a16:creationId xmlns:a16="http://schemas.microsoft.com/office/drawing/2014/main" id="{95E79880-36E6-4B7D-A83B-A9781D9F03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2661320"/>
            <a:ext cx="76200" cy="76200"/>
          </a:xfrm>
          <a:prstGeom prst="triangle">
            <a:avLst>
              <a:gd name="adj" fmla="val 50000"/>
            </a:avLst>
          </a:prstGeom>
          <a:solidFill>
            <a:srgbClr val="00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57" name="AutoShape 56">
            <a:extLst>
              <a:ext uri="{FF2B5EF4-FFF2-40B4-BE49-F238E27FC236}">
                <a16:creationId xmlns:a16="http://schemas.microsoft.com/office/drawing/2014/main" id="{40241703-3968-494F-905B-3478B546FA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2127920"/>
            <a:ext cx="76200" cy="76200"/>
          </a:xfrm>
          <a:prstGeom prst="triangle">
            <a:avLst>
              <a:gd name="adj" fmla="val 50000"/>
            </a:avLst>
          </a:prstGeom>
          <a:solidFill>
            <a:srgbClr val="00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58" name="AutoShape 57">
            <a:extLst>
              <a:ext uri="{FF2B5EF4-FFF2-40B4-BE49-F238E27FC236}">
                <a16:creationId xmlns:a16="http://schemas.microsoft.com/office/drawing/2014/main" id="{474B4D02-6A75-4623-B638-90A297E261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2508920"/>
            <a:ext cx="76200" cy="76200"/>
          </a:xfrm>
          <a:prstGeom prst="triangle">
            <a:avLst>
              <a:gd name="adj" fmla="val 50000"/>
            </a:avLst>
          </a:prstGeom>
          <a:solidFill>
            <a:srgbClr val="00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59" name="AutoShape 58">
            <a:extLst>
              <a:ext uri="{FF2B5EF4-FFF2-40B4-BE49-F238E27FC236}">
                <a16:creationId xmlns:a16="http://schemas.microsoft.com/office/drawing/2014/main" id="{D2B718E9-6EFC-43F1-BC2E-323CAADE12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2889920"/>
            <a:ext cx="76200" cy="76200"/>
          </a:xfrm>
          <a:prstGeom prst="triangle">
            <a:avLst>
              <a:gd name="adj" fmla="val 50000"/>
            </a:avLst>
          </a:prstGeom>
          <a:solidFill>
            <a:srgbClr val="00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60" name="AutoShape 59">
            <a:extLst>
              <a:ext uri="{FF2B5EF4-FFF2-40B4-BE49-F238E27FC236}">
                <a16:creationId xmlns:a16="http://schemas.microsoft.com/office/drawing/2014/main" id="{C0F13758-B6CD-4F87-BE9B-B8E81386A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2127920"/>
            <a:ext cx="76200" cy="76200"/>
          </a:xfrm>
          <a:prstGeom prst="triangle">
            <a:avLst>
              <a:gd name="adj" fmla="val 50000"/>
            </a:avLst>
          </a:prstGeom>
          <a:solidFill>
            <a:srgbClr val="00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61" name="AutoShape 60">
            <a:extLst>
              <a:ext uri="{FF2B5EF4-FFF2-40B4-BE49-F238E27FC236}">
                <a16:creationId xmlns:a16="http://schemas.microsoft.com/office/drawing/2014/main" id="{715529B8-F22B-4515-860A-FECC4FCC2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2661320"/>
            <a:ext cx="76200" cy="76200"/>
          </a:xfrm>
          <a:prstGeom prst="triangle">
            <a:avLst>
              <a:gd name="adj" fmla="val 50000"/>
            </a:avLst>
          </a:prstGeom>
          <a:solidFill>
            <a:srgbClr val="00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62" name="AutoShape 61">
            <a:extLst>
              <a:ext uri="{FF2B5EF4-FFF2-40B4-BE49-F238E27FC236}">
                <a16:creationId xmlns:a16="http://schemas.microsoft.com/office/drawing/2014/main" id="{723DF63F-CF17-46F6-8EE5-FE0700FC5A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2127920"/>
            <a:ext cx="76200" cy="76200"/>
          </a:xfrm>
          <a:prstGeom prst="triangle">
            <a:avLst>
              <a:gd name="adj" fmla="val 50000"/>
            </a:avLst>
          </a:prstGeom>
          <a:solidFill>
            <a:srgbClr val="00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63" name="AutoShape 62">
            <a:extLst>
              <a:ext uri="{FF2B5EF4-FFF2-40B4-BE49-F238E27FC236}">
                <a16:creationId xmlns:a16="http://schemas.microsoft.com/office/drawing/2014/main" id="{827B2EE7-A04A-42BD-9C2C-3CD6EDC796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1823120"/>
            <a:ext cx="76200" cy="76200"/>
          </a:xfrm>
          <a:prstGeom prst="triangle">
            <a:avLst>
              <a:gd name="adj" fmla="val 50000"/>
            </a:avLst>
          </a:prstGeom>
          <a:solidFill>
            <a:srgbClr val="00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64" name="AutoShape 63">
            <a:extLst>
              <a:ext uri="{FF2B5EF4-FFF2-40B4-BE49-F238E27FC236}">
                <a16:creationId xmlns:a16="http://schemas.microsoft.com/office/drawing/2014/main" id="{69A2DFB1-A563-4C79-80B6-046386E414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1823120"/>
            <a:ext cx="76200" cy="76200"/>
          </a:xfrm>
          <a:prstGeom prst="triangle">
            <a:avLst>
              <a:gd name="adj" fmla="val 50000"/>
            </a:avLst>
          </a:prstGeom>
          <a:solidFill>
            <a:srgbClr val="00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65" name="AutoShape 64">
            <a:extLst>
              <a:ext uri="{FF2B5EF4-FFF2-40B4-BE49-F238E27FC236}">
                <a16:creationId xmlns:a16="http://schemas.microsoft.com/office/drawing/2014/main" id="{9EC89DFA-58E6-423A-AAA8-5398D714D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1823120"/>
            <a:ext cx="76200" cy="76200"/>
          </a:xfrm>
          <a:prstGeom prst="triangle">
            <a:avLst>
              <a:gd name="adj" fmla="val 50000"/>
            </a:avLst>
          </a:prstGeom>
          <a:solidFill>
            <a:srgbClr val="00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66" name="AutoShape 65">
            <a:extLst>
              <a:ext uri="{FF2B5EF4-FFF2-40B4-BE49-F238E27FC236}">
                <a16:creationId xmlns:a16="http://schemas.microsoft.com/office/drawing/2014/main" id="{4F4E857B-8557-4BDE-9BBA-838E667EA2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585120"/>
            <a:ext cx="76200" cy="76200"/>
          </a:xfrm>
          <a:prstGeom prst="triangle">
            <a:avLst>
              <a:gd name="adj" fmla="val 50000"/>
            </a:avLst>
          </a:prstGeom>
          <a:solidFill>
            <a:srgbClr val="00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67" name="AutoShape 66">
            <a:extLst>
              <a:ext uri="{FF2B5EF4-FFF2-40B4-BE49-F238E27FC236}">
                <a16:creationId xmlns:a16="http://schemas.microsoft.com/office/drawing/2014/main" id="{72225793-A391-4787-88F5-27413B48E5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2432720"/>
            <a:ext cx="76200" cy="76200"/>
          </a:xfrm>
          <a:prstGeom prst="triangle">
            <a:avLst>
              <a:gd name="adj" fmla="val 50000"/>
            </a:avLst>
          </a:prstGeom>
          <a:solidFill>
            <a:srgbClr val="00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68" name="AutoShape 67">
            <a:extLst>
              <a:ext uri="{FF2B5EF4-FFF2-40B4-BE49-F238E27FC236}">
                <a16:creationId xmlns:a16="http://schemas.microsoft.com/office/drawing/2014/main" id="{39472424-1D29-4344-8334-69EA82B7B8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2280320"/>
            <a:ext cx="76200" cy="76200"/>
          </a:xfrm>
          <a:prstGeom prst="triangle">
            <a:avLst>
              <a:gd name="adj" fmla="val 50000"/>
            </a:avLst>
          </a:prstGeom>
          <a:solidFill>
            <a:srgbClr val="00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69" name="AutoShape 68">
            <a:extLst>
              <a:ext uri="{FF2B5EF4-FFF2-40B4-BE49-F238E27FC236}">
                <a16:creationId xmlns:a16="http://schemas.microsoft.com/office/drawing/2014/main" id="{F743089D-A6BF-4F2A-835E-433BDF0C1D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280320"/>
            <a:ext cx="76200" cy="76200"/>
          </a:xfrm>
          <a:prstGeom prst="triangle">
            <a:avLst>
              <a:gd name="adj" fmla="val 50000"/>
            </a:avLst>
          </a:prstGeom>
          <a:solidFill>
            <a:srgbClr val="00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70" name="AutoShape 69">
            <a:extLst>
              <a:ext uri="{FF2B5EF4-FFF2-40B4-BE49-F238E27FC236}">
                <a16:creationId xmlns:a16="http://schemas.microsoft.com/office/drawing/2014/main" id="{2461FA74-71A2-4ECE-ACF3-5AEAF19DD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2889920"/>
            <a:ext cx="76200" cy="76200"/>
          </a:xfrm>
          <a:prstGeom prst="triangle">
            <a:avLst>
              <a:gd name="adj" fmla="val 50000"/>
            </a:avLst>
          </a:prstGeom>
          <a:solidFill>
            <a:srgbClr val="00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71" name="AutoShape 70">
            <a:extLst>
              <a:ext uri="{FF2B5EF4-FFF2-40B4-BE49-F238E27FC236}">
                <a16:creationId xmlns:a16="http://schemas.microsoft.com/office/drawing/2014/main" id="{14947F85-C031-47FC-87DB-E5DF25044B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2661320"/>
            <a:ext cx="76200" cy="76200"/>
          </a:xfrm>
          <a:prstGeom prst="triangle">
            <a:avLst>
              <a:gd name="adj" fmla="val 50000"/>
            </a:avLst>
          </a:prstGeom>
          <a:solidFill>
            <a:srgbClr val="00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72" name="AutoShape 71">
            <a:extLst>
              <a:ext uri="{FF2B5EF4-FFF2-40B4-BE49-F238E27FC236}">
                <a16:creationId xmlns:a16="http://schemas.microsoft.com/office/drawing/2014/main" id="{4674C75B-1CAF-43AA-A198-532F65F39D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508920"/>
            <a:ext cx="76200" cy="76200"/>
          </a:xfrm>
          <a:prstGeom prst="triangle">
            <a:avLst>
              <a:gd name="adj" fmla="val 50000"/>
            </a:avLst>
          </a:prstGeom>
          <a:solidFill>
            <a:srgbClr val="00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73" name="AutoShape 72">
            <a:extLst>
              <a:ext uri="{FF2B5EF4-FFF2-40B4-BE49-F238E27FC236}">
                <a16:creationId xmlns:a16="http://schemas.microsoft.com/office/drawing/2014/main" id="{AAC8DDFF-9223-45A5-9991-44DD8E62E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2432720"/>
            <a:ext cx="76200" cy="76200"/>
          </a:xfrm>
          <a:prstGeom prst="triangle">
            <a:avLst>
              <a:gd name="adj" fmla="val 50000"/>
            </a:avLst>
          </a:prstGeom>
          <a:solidFill>
            <a:srgbClr val="00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74" name="AutoShape 73">
            <a:extLst>
              <a:ext uri="{FF2B5EF4-FFF2-40B4-BE49-F238E27FC236}">
                <a16:creationId xmlns:a16="http://schemas.microsoft.com/office/drawing/2014/main" id="{3F1E4FC6-2CE8-4FDC-9272-873408D0CB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2127920"/>
            <a:ext cx="76200" cy="76200"/>
          </a:xfrm>
          <a:prstGeom prst="triangle">
            <a:avLst>
              <a:gd name="adj" fmla="val 50000"/>
            </a:avLst>
          </a:prstGeom>
          <a:solidFill>
            <a:srgbClr val="00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75" name="AutoShape 74">
            <a:extLst>
              <a:ext uri="{FF2B5EF4-FFF2-40B4-BE49-F238E27FC236}">
                <a16:creationId xmlns:a16="http://schemas.microsoft.com/office/drawing/2014/main" id="{7CDAD6A0-4D45-4289-BDC6-903E46710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1975520"/>
            <a:ext cx="76200" cy="76200"/>
          </a:xfrm>
          <a:prstGeom prst="triangle">
            <a:avLst>
              <a:gd name="adj" fmla="val 50000"/>
            </a:avLst>
          </a:prstGeom>
          <a:solidFill>
            <a:srgbClr val="00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76" name="AutoShape 75">
            <a:extLst>
              <a:ext uri="{FF2B5EF4-FFF2-40B4-BE49-F238E27FC236}">
                <a16:creationId xmlns:a16="http://schemas.microsoft.com/office/drawing/2014/main" id="{E3834F10-86A3-4335-A397-70BDF5D7A6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3042320"/>
            <a:ext cx="76200" cy="76200"/>
          </a:xfrm>
          <a:prstGeom prst="triangle">
            <a:avLst>
              <a:gd name="adj" fmla="val 50000"/>
            </a:avLst>
          </a:prstGeom>
          <a:solidFill>
            <a:srgbClr val="00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77" name="AutoShape 76">
            <a:extLst>
              <a:ext uri="{FF2B5EF4-FFF2-40B4-BE49-F238E27FC236}">
                <a16:creationId xmlns:a16="http://schemas.microsoft.com/office/drawing/2014/main" id="{FEE5AE58-C98A-493E-A2EA-C8BD4F58F5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1670720"/>
            <a:ext cx="76200" cy="76200"/>
          </a:xfrm>
          <a:prstGeom prst="triangle">
            <a:avLst>
              <a:gd name="adj" fmla="val 50000"/>
            </a:avLst>
          </a:prstGeom>
          <a:solidFill>
            <a:srgbClr val="00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78" name="AutoShape 77">
            <a:extLst>
              <a:ext uri="{FF2B5EF4-FFF2-40B4-BE49-F238E27FC236}">
                <a16:creationId xmlns:a16="http://schemas.microsoft.com/office/drawing/2014/main" id="{66BF4A9E-EDEA-4EC3-92AD-2083B68B79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1518320"/>
            <a:ext cx="76200" cy="76200"/>
          </a:xfrm>
          <a:prstGeom prst="triangle">
            <a:avLst>
              <a:gd name="adj" fmla="val 50000"/>
            </a:avLst>
          </a:prstGeom>
          <a:solidFill>
            <a:srgbClr val="00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79" name="AutoShape 78">
            <a:extLst>
              <a:ext uri="{FF2B5EF4-FFF2-40B4-BE49-F238E27FC236}">
                <a16:creationId xmlns:a16="http://schemas.microsoft.com/office/drawing/2014/main" id="{C372C527-1A04-4B9C-BDDC-C1644428C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2813720"/>
            <a:ext cx="76200" cy="76200"/>
          </a:xfrm>
          <a:prstGeom prst="triangle">
            <a:avLst>
              <a:gd name="adj" fmla="val 50000"/>
            </a:avLst>
          </a:prstGeom>
          <a:solidFill>
            <a:srgbClr val="00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80" name="AutoShape 79">
            <a:extLst>
              <a:ext uri="{FF2B5EF4-FFF2-40B4-BE49-F238E27FC236}">
                <a16:creationId xmlns:a16="http://schemas.microsoft.com/office/drawing/2014/main" id="{3D56D093-408D-4121-A4B7-7C0B22CFF1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3042320"/>
            <a:ext cx="76200" cy="76200"/>
          </a:xfrm>
          <a:prstGeom prst="triangle">
            <a:avLst>
              <a:gd name="adj" fmla="val 50000"/>
            </a:avLst>
          </a:prstGeom>
          <a:solidFill>
            <a:srgbClr val="00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81" name="AutoShape 80">
            <a:extLst>
              <a:ext uri="{FF2B5EF4-FFF2-40B4-BE49-F238E27FC236}">
                <a16:creationId xmlns:a16="http://schemas.microsoft.com/office/drawing/2014/main" id="{115437FA-3CA1-4371-A622-80FCC187C9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270920"/>
            <a:ext cx="76200" cy="76200"/>
          </a:xfrm>
          <a:prstGeom prst="triangle">
            <a:avLst>
              <a:gd name="adj" fmla="val 50000"/>
            </a:avLst>
          </a:prstGeom>
          <a:solidFill>
            <a:srgbClr val="00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82" name="AutoShape 81">
            <a:extLst>
              <a:ext uri="{FF2B5EF4-FFF2-40B4-BE49-F238E27FC236}">
                <a16:creationId xmlns:a16="http://schemas.microsoft.com/office/drawing/2014/main" id="{A6CC9309-44D3-434F-A656-E0E9915528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3118520"/>
            <a:ext cx="76200" cy="76200"/>
          </a:xfrm>
          <a:prstGeom prst="triangle">
            <a:avLst>
              <a:gd name="adj" fmla="val 50000"/>
            </a:avLst>
          </a:prstGeom>
          <a:solidFill>
            <a:srgbClr val="00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83" name="AutoShape 82">
            <a:extLst>
              <a:ext uri="{FF2B5EF4-FFF2-40B4-BE49-F238E27FC236}">
                <a16:creationId xmlns:a16="http://schemas.microsoft.com/office/drawing/2014/main" id="{3D53FADA-3062-4F13-9898-F85E6A024D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3575720"/>
            <a:ext cx="76200" cy="76200"/>
          </a:xfrm>
          <a:prstGeom prst="triangle">
            <a:avLst>
              <a:gd name="adj" fmla="val 50000"/>
            </a:avLst>
          </a:prstGeom>
          <a:solidFill>
            <a:srgbClr val="00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84" name="AutoShape 83">
            <a:extLst>
              <a:ext uri="{FF2B5EF4-FFF2-40B4-BE49-F238E27FC236}">
                <a16:creationId xmlns:a16="http://schemas.microsoft.com/office/drawing/2014/main" id="{27065D7C-9CE5-4AC4-9E94-61CB10ED8F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2737520"/>
            <a:ext cx="76200" cy="76200"/>
          </a:xfrm>
          <a:prstGeom prst="triangle">
            <a:avLst>
              <a:gd name="adj" fmla="val 50000"/>
            </a:avLst>
          </a:prstGeom>
          <a:solidFill>
            <a:srgbClr val="00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85" name="AutoShape 84">
            <a:extLst>
              <a:ext uri="{FF2B5EF4-FFF2-40B4-BE49-F238E27FC236}">
                <a16:creationId xmlns:a16="http://schemas.microsoft.com/office/drawing/2014/main" id="{372E14F2-A8FC-4977-B631-97CAE789F0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2966120"/>
            <a:ext cx="76200" cy="76200"/>
          </a:xfrm>
          <a:prstGeom prst="triangle">
            <a:avLst>
              <a:gd name="adj" fmla="val 50000"/>
            </a:avLst>
          </a:prstGeom>
          <a:solidFill>
            <a:srgbClr val="00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86" name="AutoShape 85">
            <a:extLst>
              <a:ext uri="{FF2B5EF4-FFF2-40B4-BE49-F238E27FC236}">
                <a16:creationId xmlns:a16="http://schemas.microsoft.com/office/drawing/2014/main" id="{CCF1B58B-D559-4148-9CB3-6BB147969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3118520"/>
            <a:ext cx="76200" cy="76200"/>
          </a:xfrm>
          <a:prstGeom prst="triangle">
            <a:avLst>
              <a:gd name="adj" fmla="val 50000"/>
            </a:avLst>
          </a:prstGeom>
          <a:solidFill>
            <a:srgbClr val="00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87" name="AutoShape 86">
            <a:extLst>
              <a:ext uri="{FF2B5EF4-FFF2-40B4-BE49-F238E27FC236}">
                <a16:creationId xmlns:a16="http://schemas.microsoft.com/office/drawing/2014/main" id="{D37CC086-D699-43B6-8FD0-E6AD1AFF42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3194720"/>
            <a:ext cx="76200" cy="76200"/>
          </a:xfrm>
          <a:prstGeom prst="triangle">
            <a:avLst>
              <a:gd name="adj" fmla="val 50000"/>
            </a:avLst>
          </a:prstGeom>
          <a:solidFill>
            <a:srgbClr val="00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88" name="AutoShape 87">
            <a:extLst>
              <a:ext uri="{FF2B5EF4-FFF2-40B4-BE49-F238E27FC236}">
                <a16:creationId xmlns:a16="http://schemas.microsoft.com/office/drawing/2014/main" id="{46FD180B-3A0D-4A64-A78F-5E3B9B85AC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3347120"/>
            <a:ext cx="76200" cy="76200"/>
          </a:xfrm>
          <a:prstGeom prst="triangle">
            <a:avLst>
              <a:gd name="adj" fmla="val 50000"/>
            </a:avLst>
          </a:prstGeom>
          <a:solidFill>
            <a:srgbClr val="00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89" name="Text Box 88">
            <a:extLst>
              <a:ext uri="{FF2B5EF4-FFF2-40B4-BE49-F238E27FC236}">
                <a16:creationId xmlns:a16="http://schemas.microsoft.com/office/drawing/2014/main" id="{A709B2E9-FEB7-4704-A7F4-186DF2F662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4871120"/>
            <a:ext cx="3810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2000" b="1">
                <a:latin typeface="Arial Narrow" pitchFamily="34" charset="0"/>
              </a:rPr>
              <a:t>A variância residual está crescendo</a:t>
            </a:r>
          </a:p>
        </p:txBody>
      </p:sp>
      <p:sp>
        <p:nvSpPr>
          <p:cNvPr id="90" name="Text Box 89">
            <a:extLst>
              <a:ext uri="{FF2B5EF4-FFF2-40B4-BE49-F238E27FC236}">
                <a16:creationId xmlns:a16="http://schemas.microsoft.com/office/drawing/2014/main" id="{69A9F17C-EDE6-417A-ABBE-289AE41699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4871120"/>
            <a:ext cx="38100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2000" b="1">
                <a:latin typeface="Arial Narrow" pitchFamily="34" charset="0"/>
              </a:rPr>
              <a:t>Resíduos parecem aleatórios, sem padrão</a:t>
            </a:r>
          </a:p>
        </p:txBody>
      </p:sp>
      <p:sp>
        <p:nvSpPr>
          <p:cNvPr id="91" name="Retângulo 90">
            <a:extLst>
              <a:ext uri="{FF2B5EF4-FFF2-40B4-BE49-F238E27FC236}">
                <a16:creationId xmlns:a16="http://schemas.microsoft.com/office/drawing/2014/main" id="{0589D3B6-16BC-4D69-8D1B-FD13094865BA}"/>
              </a:ext>
            </a:extLst>
          </p:cNvPr>
          <p:cNvSpPr/>
          <p:nvPr/>
        </p:nvSpPr>
        <p:spPr>
          <a:xfrm>
            <a:off x="2721488" y="99332"/>
            <a:ext cx="36423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Análise de Resíduos</a:t>
            </a:r>
          </a:p>
        </p:txBody>
      </p:sp>
    </p:spTree>
    <p:extLst>
      <p:ext uri="{BB962C8B-B14F-4D97-AF65-F5344CB8AC3E}">
        <p14:creationId xmlns:p14="http://schemas.microsoft.com/office/powerpoint/2010/main" val="75005195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4B155-96AA-8F88-3B1A-21D7D1475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tângulo 90">
            <a:extLst>
              <a:ext uri="{FF2B5EF4-FFF2-40B4-BE49-F238E27FC236}">
                <a16:creationId xmlns:a16="http://schemas.microsoft.com/office/drawing/2014/main" id="{6A968C83-3D18-3B62-EEC0-EF8BC49E1E44}"/>
              </a:ext>
            </a:extLst>
          </p:cNvPr>
          <p:cNvSpPr/>
          <p:nvPr/>
        </p:nvSpPr>
        <p:spPr>
          <a:xfrm>
            <a:off x="2721488" y="99332"/>
            <a:ext cx="36423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Análise de Resíduos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6E52315-9C44-B31D-1434-9A1DCCE95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933195"/>
            <a:ext cx="7814996" cy="5016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487297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22BF3C70-BE32-4753-A1E5-92C9253B31D0}"/>
              </a:ext>
            </a:extLst>
          </p:cNvPr>
          <p:cNvSpPr/>
          <p:nvPr/>
        </p:nvSpPr>
        <p:spPr>
          <a:xfrm>
            <a:off x="2766858" y="116632"/>
            <a:ext cx="36102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Exemplo1: </a:t>
            </a:r>
            <a:r>
              <a:rPr lang="pt-BR" sz="24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Academia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391956-F021-40C5-A0CC-A378736653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00" y="1268760"/>
            <a:ext cx="8929688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40000"/>
              </a:spcAft>
              <a:buChar char="–"/>
              <a:defRPr sz="22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4000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4000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20000"/>
              </a:lnSpc>
              <a:buFontTx/>
              <a:buNone/>
            </a:pPr>
            <a:r>
              <a:rPr lang="pt-BR" altLang="pt-BR" kern="0"/>
              <a:t>    A academia de ginástica “Boa Forma” decidiu ilustrar uma abordagem</a:t>
            </a:r>
            <a:r>
              <a:rPr lang="pt-BR" altLang="pt-BR" b="1" kern="0"/>
              <a:t> </a:t>
            </a:r>
            <a:r>
              <a:rPr lang="pt-BR" altLang="pt-BR" kern="0"/>
              <a:t>teórica de como os exercícios aeróbicos e a ingestão de calorias podem afetar o peso. Doze dos membros estabelecidos na academia registraram cuidadosamente o número de minutos de exercícios aeróbicos que praticaram no decorrer de uma semana, juntamente com sua ingestão calórica semanal.</a:t>
            </a:r>
            <a:endParaRPr lang="pt-BR" altLang="pt-BR" kern="0" dirty="0"/>
          </a:p>
        </p:txBody>
      </p:sp>
    </p:spTree>
    <p:extLst>
      <p:ext uri="{BB962C8B-B14F-4D97-AF65-F5344CB8AC3E}">
        <p14:creationId xmlns:p14="http://schemas.microsoft.com/office/powerpoint/2010/main" val="2192296426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FBEE414-0277-4601-9ACB-BEEFE2090A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984785"/>
            <a:ext cx="8208912" cy="5324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pt-BR" altLang="pt-BR" sz="2000" dirty="0">
                <a:solidFill>
                  <a:srgbClr val="0000CC"/>
                </a:solidFill>
                <a:latin typeface="+mn-lt"/>
                <a:cs typeface="Times New Roman" panose="02020603050405020304" pitchFamily="18" charset="0"/>
              </a:rPr>
              <a:t>Academia BOA FORMA</a:t>
            </a:r>
            <a:endParaRPr lang="pt-BR" altLang="pt-BR" sz="2000" dirty="0">
              <a:latin typeface="+mn-lt"/>
              <a:cs typeface="Times New Roman" panose="02020603050405020304" pitchFamily="18" charset="0"/>
            </a:endParaRPr>
          </a:p>
          <a:p>
            <a:r>
              <a:rPr lang="pt-BR" altLang="pt-BR" sz="20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pt-BR" altLang="pt-BR" sz="2000" b="1" dirty="0">
                <a:latin typeface="+mn-lt"/>
                <a:cs typeface="Times New Roman" panose="02020603050405020304" pitchFamily="18" charset="0"/>
              </a:rPr>
              <a:t>  Ex. aeróbico         Cal. Ingerida              Perda de peso</a:t>
            </a:r>
          </a:p>
          <a:p>
            <a:r>
              <a:rPr lang="pt-BR" altLang="pt-BR" sz="2000" dirty="0">
                <a:latin typeface="+mn-lt"/>
                <a:cs typeface="Times New Roman" panose="02020603050405020304" pitchFamily="18" charset="0"/>
              </a:rPr>
              <a:t>        (minutos)            (cal x1000)                          (kg)</a:t>
            </a:r>
          </a:p>
          <a:p>
            <a:r>
              <a:rPr lang="pt-BR" altLang="pt-BR" sz="2000" dirty="0">
                <a:latin typeface="+mn-lt"/>
                <a:cs typeface="Times New Roman" panose="02020603050405020304" pitchFamily="18" charset="0"/>
              </a:rPr>
              <a:t>	(X1)	               (X2)		  	 (Y)</a:t>
            </a:r>
          </a:p>
          <a:p>
            <a:r>
              <a:rPr lang="pt-BR" altLang="pt-BR" sz="2000" dirty="0">
                <a:latin typeface="+mn-lt"/>
                <a:cs typeface="Times New Roman" panose="02020603050405020304" pitchFamily="18" charset="0"/>
              </a:rPr>
              <a:t>1	112		11,216			0,27</a:t>
            </a:r>
          </a:p>
          <a:p>
            <a:r>
              <a:rPr lang="pt-BR" altLang="pt-BR" sz="2000" dirty="0">
                <a:latin typeface="+mn-lt"/>
                <a:cs typeface="Times New Roman" panose="02020603050405020304" pitchFamily="18" charset="0"/>
              </a:rPr>
              <a:t>2	190		  7,552			1,26</a:t>
            </a:r>
          </a:p>
          <a:p>
            <a:r>
              <a:rPr lang="pt-BR" altLang="pt-BR" sz="2000" dirty="0">
                <a:latin typeface="+mn-lt"/>
                <a:cs typeface="Times New Roman" panose="02020603050405020304" pitchFamily="18" charset="0"/>
              </a:rPr>
              <a:t>3	171		10,101			0,63</a:t>
            </a:r>
          </a:p>
          <a:p>
            <a:r>
              <a:rPr lang="pt-BR" altLang="pt-BR" sz="2000" dirty="0">
                <a:latin typeface="+mn-lt"/>
                <a:cs typeface="Times New Roman" panose="02020603050405020304" pitchFamily="18" charset="0"/>
              </a:rPr>
              <a:t>4	148		  9,560			0,63</a:t>
            </a:r>
          </a:p>
          <a:p>
            <a:r>
              <a:rPr lang="pt-BR" altLang="pt-BR" sz="2000" dirty="0">
                <a:latin typeface="+mn-lt"/>
                <a:cs typeface="Times New Roman" panose="02020603050405020304" pitchFamily="18" charset="0"/>
              </a:rPr>
              <a:t>5	193		  8,338			1,17</a:t>
            </a:r>
          </a:p>
          <a:p>
            <a:r>
              <a:rPr lang="pt-BR" altLang="pt-BR" sz="2000" dirty="0">
                <a:latin typeface="+mn-lt"/>
                <a:cs typeface="Times New Roman" panose="02020603050405020304" pitchFamily="18" charset="0"/>
              </a:rPr>
              <a:t>6	235		  7,252			1,71</a:t>
            </a:r>
          </a:p>
          <a:p>
            <a:r>
              <a:rPr lang="pt-BR" altLang="pt-BR" sz="2000" dirty="0">
                <a:latin typeface="+mn-lt"/>
                <a:cs typeface="Times New Roman" panose="02020603050405020304" pitchFamily="18" charset="0"/>
              </a:rPr>
              <a:t>7	237		  7,631			1,49</a:t>
            </a:r>
          </a:p>
          <a:p>
            <a:r>
              <a:rPr lang="pt-BR" altLang="pt-BR" sz="2000" dirty="0">
                <a:latin typeface="+mn-lt"/>
                <a:cs typeface="Times New Roman" panose="02020603050405020304" pitchFamily="18" charset="0"/>
              </a:rPr>
              <a:t>8	176	 	  8,097			1,13</a:t>
            </a:r>
          </a:p>
          <a:p>
            <a:r>
              <a:rPr lang="pt-BR" altLang="pt-BR" sz="2000" dirty="0">
                <a:latin typeface="+mn-lt"/>
                <a:cs typeface="Times New Roman" panose="02020603050405020304" pitchFamily="18" charset="0"/>
              </a:rPr>
              <a:t>9	185		  8,300			1,17</a:t>
            </a:r>
          </a:p>
          <a:p>
            <a:r>
              <a:rPr lang="pt-BR" altLang="pt-BR" sz="2000" dirty="0">
                <a:latin typeface="+mn-lt"/>
                <a:cs typeface="Times New Roman" panose="02020603050405020304" pitchFamily="18" charset="0"/>
              </a:rPr>
              <a:t>10	186		  8,121			0,90</a:t>
            </a:r>
          </a:p>
          <a:p>
            <a:r>
              <a:rPr lang="pt-BR" altLang="pt-BR" sz="2000" dirty="0">
                <a:latin typeface="+mn-lt"/>
                <a:cs typeface="Times New Roman" panose="02020603050405020304" pitchFamily="18" charset="0"/>
              </a:rPr>
              <a:t>11	228		  7,212			1,49</a:t>
            </a:r>
          </a:p>
          <a:p>
            <a:r>
              <a:rPr lang="pt-BR" altLang="pt-BR" sz="2000" dirty="0">
                <a:latin typeface="+mn-lt"/>
                <a:cs typeface="Times New Roman" panose="02020603050405020304" pitchFamily="18" charset="0"/>
              </a:rPr>
              <a:t>12	100		10,202			0,50</a:t>
            </a:r>
          </a:p>
          <a:p>
            <a:endParaRPr lang="pt-BR" altLang="pt-BR" sz="20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192235A-F786-46E6-8911-235F831C847B}"/>
              </a:ext>
            </a:extLst>
          </p:cNvPr>
          <p:cNvSpPr/>
          <p:nvPr/>
        </p:nvSpPr>
        <p:spPr>
          <a:xfrm>
            <a:off x="2766858" y="116632"/>
            <a:ext cx="36102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Exemplo1: </a:t>
            </a:r>
            <a:r>
              <a:rPr lang="pt-BR" sz="24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Academia</a:t>
            </a:r>
          </a:p>
        </p:txBody>
      </p:sp>
    </p:spTree>
    <p:extLst>
      <p:ext uri="{BB962C8B-B14F-4D97-AF65-F5344CB8AC3E}">
        <p14:creationId xmlns:p14="http://schemas.microsoft.com/office/powerpoint/2010/main" val="3599932880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3548634" y="142875"/>
            <a:ext cx="19880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Exemplo 2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A66709E-C073-4D8B-8EBB-08C512EBF8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7" y="1052736"/>
            <a:ext cx="8785225" cy="4209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pt-BR" altLang="pt-BR" dirty="0">
                <a:latin typeface="+mn-lt"/>
              </a:rPr>
              <a:t>Usando o arquivo “</a:t>
            </a:r>
            <a:r>
              <a:rPr lang="pt-BR" altLang="pt-BR" dirty="0">
                <a:solidFill>
                  <a:srgbClr val="C00000"/>
                </a:solidFill>
                <a:latin typeface="+mn-lt"/>
              </a:rPr>
              <a:t>imc.csv</a:t>
            </a:r>
            <a:r>
              <a:rPr lang="pt-BR" altLang="pt-BR" dirty="0">
                <a:latin typeface="+mn-lt"/>
              </a:rPr>
              <a:t>”, ajuste o modelo de regressão múltipla para predizer o valor do IMC (kg/m2) a partir das variáveis independentes: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pt-BR" altLang="pt-BR" dirty="0">
                <a:latin typeface="+mn-lt"/>
              </a:rPr>
              <a:t>TR: dobra tricipital (mm)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pt-BR" altLang="pt-BR" dirty="0">
                <a:latin typeface="+mn-lt"/>
              </a:rPr>
              <a:t>SOMA_DC: soma das 7 dobras cutâneas (mm)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pt-BR" altLang="pt-BR" dirty="0">
                <a:latin typeface="+mn-lt"/>
              </a:rPr>
              <a:t>Refaça os mesmos passos que foi realizado para o Exemplo 1.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endParaRPr lang="pt-BR" altLang="pt-B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6827641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Personalizar design">
  <a:themeElements>
    <a:clrScheme name="Personalizar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ersonalizar design">
      <a:majorFont>
        <a:latin typeface="Verdana"/>
        <a:ea typeface=""/>
        <a:cs typeface="Arial"/>
      </a:majorFont>
      <a:minorFont>
        <a:latin typeface="Arial"/>
        <a:ea typeface=""/>
        <a:cs typeface="Arial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Personalizar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10307</TotalTime>
  <Words>641</Words>
  <Application>Microsoft Office PowerPoint</Application>
  <PresentationFormat>Apresentação na tela (4:3)</PresentationFormat>
  <Paragraphs>72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20" baseType="lpstr">
      <vt:lpstr>20</vt:lpstr>
      <vt:lpstr>Arial</vt:lpstr>
      <vt:lpstr>Arial Narrow</vt:lpstr>
      <vt:lpstr>Cambria Math</vt:lpstr>
      <vt:lpstr>Times New Roman</vt:lpstr>
      <vt:lpstr>Verdana</vt:lpstr>
      <vt:lpstr>Wingdings</vt:lpstr>
      <vt:lpstr>Personalizar design</vt:lpstr>
      <vt:lpstr>Técnicas Estatísticas de Predição Sistemas de Informação  Aula 11  Qualidade do Ajuste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CERTI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AULA_ACK</dc:title>
  <dc:creator>Andrea</dc:creator>
  <cp:lastModifiedBy>Adriano Borgatto</cp:lastModifiedBy>
  <cp:revision>1013</cp:revision>
  <dcterms:created xsi:type="dcterms:W3CDTF">2005-11-03T13:11:02Z</dcterms:created>
  <dcterms:modified xsi:type="dcterms:W3CDTF">2025-09-11T13:16:24Z</dcterms:modified>
</cp:coreProperties>
</file>