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2"/>
  </p:notesMasterIdLst>
  <p:handoutMasterIdLst>
    <p:handoutMasterId r:id="rId13"/>
  </p:handoutMasterIdLst>
  <p:sldIdLst>
    <p:sldId id="256" r:id="rId2"/>
    <p:sldId id="273" r:id="rId3"/>
    <p:sldId id="272" r:id="rId4"/>
    <p:sldId id="274" r:id="rId5"/>
    <p:sldId id="282" r:id="rId6"/>
    <p:sldId id="275" r:id="rId7"/>
    <p:sldId id="276" r:id="rId8"/>
    <p:sldId id="277" r:id="rId9"/>
    <p:sldId id="278" r:id="rId10"/>
    <p:sldId id="279" r:id="rId11"/>
  </p:sldIdLst>
  <p:sldSz cx="9144000" cy="6858000" type="screen4x3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280B"/>
    <a:srgbClr val="CCCCFF"/>
    <a:srgbClr val="EED01A"/>
    <a:srgbClr val="FF9966"/>
    <a:srgbClr val="FFCC66"/>
    <a:srgbClr val="EAEAEA"/>
    <a:srgbClr val="CCE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Estilo Médio 3 - 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0" autoAdjust="0"/>
    <p:restoredTop sz="94595" autoAdjust="0"/>
  </p:normalViewPr>
  <p:slideViewPr>
    <p:cSldViewPr>
      <p:cViewPr varScale="1">
        <p:scale>
          <a:sx n="71" d="100"/>
          <a:sy n="71" d="100"/>
        </p:scale>
        <p:origin x="1714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1836" y="-96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o Borgatto" userId="e50a874dfa6d3f1a" providerId="LiveId" clId="{2C2E0C95-7D27-4DC4-82C8-75626F760B93}"/>
    <pc:docChg chg="undo custSel addSld delSld modSld sldOrd">
      <pc:chgData name="Adriano Borgatto" userId="e50a874dfa6d3f1a" providerId="LiveId" clId="{2C2E0C95-7D27-4DC4-82C8-75626F760B93}" dt="2022-04-05T12:40:15.387" v="956" actId="14100"/>
      <pc:docMkLst>
        <pc:docMk/>
      </pc:docMkLst>
      <pc:sldChg chg="modSp mod">
        <pc:chgData name="Adriano Borgatto" userId="e50a874dfa6d3f1a" providerId="LiveId" clId="{2C2E0C95-7D27-4DC4-82C8-75626F760B93}" dt="2022-04-05T12:01:53.091" v="18" actId="20577"/>
        <pc:sldMkLst>
          <pc:docMk/>
          <pc:sldMk cId="0" sldId="256"/>
        </pc:sldMkLst>
      </pc:sldChg>
      <pc:sldChg chg="addSp delSp modSp mod ord">
        <pc:chgData name="Adriano Borgatto" userId="e50a874dfa6d3f1a" providerId="LiveId" clId="{2C2E0C95-7D27-4DC4-82C8-75626F760B93}" dt="2022-04-05T12:06:03.838" v="123" actId="1037"/>
        <pc:sldMkLst>
          <pc:docMk/>
          <pc:sldMk cId="0" sldId="258"/>
        </pc:sldMkLst>
      </pc:sldChg>
      <pc:sldChg chg="addSp delSp modSp mod">
        <pc:chgData name="Adriano Borgatto" userId="e50a874dfa6d3f1a" providerId="LiveId" clId="{2C2E0C95-7D27-4DC4-82C8-75626F760B93}" dt="2022-04-05T12:08:05.735" v="214" actId="1035"/>
        <pc:sldMkLst>
          <pc:docMk/>
          <pc:sldMk cId="3697426403" sldId="259"/>
        </pc:sldMkLst>
      </pc:sldChg>
      <pc:sldChg chg="del">
        <pc:chgData name="Adriano Borgatto" userId="e50a874dfa6d3f1a" providerId="LiveId" clId="{2C2E0C95-7D27-4DC4-82C8-75626F760B93}" dt="2022-04-05T12:08:34.594" v="215" actId="47"/>
        <pc:sldMkLst>
          <pc:docMk/>
          <pc:sldMk cId="608067873" sldId="260"/>
        </pc:sldMkLst>
      </pc:sldChg>
      <pc:sldChg chg="addSp delSp modSp mod">
        <pc:chgData name="Adriano Borgatto" userId="e50a874dfa6d3f1a" providerId="LiveId" clId="{2C2E0C95-7D27-4DC4-82C8-75626F760B93}" dt="2022-04-05T12:14:21.223" v="415" actId="14100"/>
        <pc:sldMkLst>
          <pc:docMk/>
          <pc:sldMk cId="3606920721" sldId="262"/>
        </pc:sldMkLst>
      </pc:sldChg>
      <pc:sldChg chg="addSp delSp modSp mod">
        <pc:chgData name="Adriano Borgatto" userId="e50a874dfa6d3f1a" providerId="LiveId" clId="{2C2E0C95-7D27-4DC4-82C8-75626F760B93}" dt="2022-04-05T12:39:17.670" v="939" actId="572"/>
        <pc:sldMkLst>
          <pc:docMk/>
          <pc:sldMk cId="3258561624" sldId="263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411557354" sldId="264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261958913" sldId="265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092716401" sldId="266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510413036" sldId="267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85798788" sldId="268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3845031216" sldId="269"/>
        </pc:sldMkLst>
      </pc:sldChg>
      <pc:sldChg chg="add">
        <pc:chgData name="Adriano Borgatto" userId="e50a874dfa6d3f1a" providerId="LiveId" clId="{2C2E0C95-7D27-4DC4-82C8-75626F760B93}" dt="2022-04-05T12:04:26.461" v="75" actId="2890"/>
        <pc:sldMkLst>
          <pc:docMk/>
          <pc:sldMk cId="974571722" sldId="270"/>
        </pc:sldMkLst>
      </pc:sldChg>
      <pc:sldChg chg="addSp delSp modSp add mod">
        <pc:chgData name="Adriano Borgatto" userId="e50a874dfa6d3f1a" providerId="LiveId" clId="{2C2E0C95-7D27-4DC4-82C8-75626F760B93}" dt="2022-04-05T12:07:08.510" v="172" actId="1035"/>
        <pc:sldMkLst>
          <pc:docMk/>
          <pc:sldMk cId="3286078432" sldId="271"/>
        </pc:sldMkLst>
      </pc:sldChg>
      <pc:sldChg chg="modSp add mod">
        <pc:chgData name="Adriano Borgatto" userId="e50a874dfa6d3f1a" providerId="LiveId" clId="{2C2E0C95-7D27-4DC4-82C8-75626F760B93}" dt="2022-04-05T12:40:15.387" v="956" actId="14100"/>
        <pc:sldMkLst>
          <pc:docMk/>
          <pc:sldMk cId="3945532463" sldId="272"/>
        </pc:sldMkLst>
      </pc:sldChg>
    </pc:docChg>
  </pc:docChgLst>
  <pc:docChgLst>
    <pc:chgData name="Adriano Borgatto" userId="e50a874dfa6d3f1a" providerId="LiveId" clId="{EF30479B-8B8F-4C02-B742-75D6A6CF1289}"/>
    <pc:docChg chg="modSld">
      <pc:chgData name="Adriano Borgatto" userId="e50a874dfa6d3f1a" providerId="LiveId" clId="{EF30479B-8B8F-4C02-B742-75D6A6CF1289}" dt="2024-08-08T12:55:22.708" v="3" actId="20577"/>
      <pc:docMkLst>
        <pc:docMk/>
      </pc:docMkLst>
      <pc:sldChg chg="modSp mod">
        <pc:chgData name="Adriano Borgatto" userId="e50a874dfa6d3f1a" providerId="LiveId" clId="{EF30479B-8B8F-4C02-B742-75D6A6CF1289}" dt="2024-08-08T12:55:22.708" v="3" actId="20577"/>
        <pc:sldMkLst>
          <pc:docMk/>
          <pc:sldMk cId="0" sldId="256"/>
        </pc:sldMkLst>
      </pc:sldChg>
    </pc:docChg>
  </pc:docChgLst>
  <pc:docChgLst>
    <pc:chgData name="Adriano Borgatto" userId="e50a874dfa6d3f1a" providerId="LiveId" clId="{62804318-7316-4CD6-996C-75233EA96F2D}"/>
    <pc:docChg chg="undo custSel addSld delSld modSld">
      <pc:chgData name="Adriano Borgatto" userId="e50a874dfa6d3f1a" providerId="LiveId" clId="{62804318-7316-4CD6-996C-75233EA96F2D}" dt="2022-04-05T18:24:35.316" v="1010" actId="20577"/>
      <pc:docMkLst>
        <pc:docMk/>
      </pc:docMkLst>
      <pc:sldChg chg="modSp mod">
        <pc:chgData name="Adriano Borgatto" userId="e50a874dfa6d3f1a" providerId="LiveId" clId="{62804318-7316-4CD6-996C-75233EA96F2D}" dt="2022-04-05T17:18:09.598" v="31" actId="20577"/>
        <pc:sldMkLst>
          <pc:docMk/>
          <pc:sldMk cId="0" sldId="256"/>
        </pc:sldMkLst>
      </pc:sldChg>
      <pc:sldChg chg="modSp mod">
        <pc:chgData name="Adriano Borgatto" userId="e50a874dfa6d3f1a" providerId="LiveId" clId="{62804318-7316-4CD6-996C-75233EA96F2D}" dt="2022-04-05T17:25:57.439" v="620" actId="255"/>
        <pc:sldMkLst>
          <pc:docMk/>
          <pc:sldMk cId="3945532463" sldId="272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1138795558" sldId="273"/>
        </pc:sldMkLst>
      </pc:sldChg>
      <pc:sldChg chg="addSp delSp modSp add mod">
        <pc:chgData name="Adriano Borgatto" userId="e50a874dfa6d3f1a" providerId="LiveId" clId="{62804318-7316-4CD6-996C-75233EA96F2D}" dt="2022-04-05T18:24:35.316" v="1010" actId="20577"/>
        <pc:sldMkLst>
          <pc:docMk/>
          <pc:sldMk cId="1459410471" sldId="273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99944423" sldId="274"/>
        </pc:sldMkLst>
      </pc:sldChg>
      <pc:sldChg chg="addSp delSp modSp add mod">
        <pc:chgData name="Adriano Borgatto" userId="e50a874dfa6d3f1a" providerId="LiveId" clId="{62804318-7316-4CD6-996C-75233EA96F2D}" dt="2022-04-05T17:52:14.745" v="1009" actId="20577"/>
        <pc:sldMkLst>
          <pc:docMk/>
          <pc:sldMk cId="3889261101" sldId="274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3378211107" sldId="275"/>
        </pc:sldMkLst>
      </pc:sldChg>
      <pc:sldChg chg="addSp delSp modSp add mod">
        <pc:chgData name="Adriano Borgatto" userId="e50a874dfa6d3f1a" providerId="LiveId" clId="{62804318-7316-4CD6-996C-75233EA96F2D}" dt="2022-04-05T17:52:10.185" v="1007" actId="20577"/>
        <pc:sldMkLst>
          <pc:docMk/>
          <pc:sldMk cId="3852631124" sldId="275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1128200771" sldId="276"/>
        </pc:sldMkLst>
      </pc:sldChg>
      <pc:sldChg chg="addSp delSp modSp add mod">
        <pc:chgData name="Adriano Borgatto" userId="e50a874dfa6d3f1a" providerId="LiveId" clId="{62804318-7316-4CD6-996C-75233EA96F2D}" dt="2022-04-05T17:51:55.214" v="1003" actId="114"/>
        <pc:sldMkLst>
          <pc:docMk/>
          <pc:sldMk cId="3814476370" sldId="276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1097531658" sldId="277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75005195" sldId="278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2192296426" sldId="279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3599932880" sldId="280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742994144" sldId="281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2824057520" sldId="282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3195865450" sldId="283"/>
        </pc:sldMkLst>
      </pc:sldChg>
      <pc:sldChg chg="del">
        <pc:chgData name="Adriano Borgatto" userId="e50a874dfa6d3f1a" providerId="LiveId" clId="{62804318-7316-4CD6-996C-75233EA96F2D}" dt="2022-04-05T17:23:54.371" v="494" actId="2696"/>
        <pc:sldMkLst>
          <pc:docMk/>
          <pc:sldMk cId="668276418" sldId="284"/>
        </pc:sldMkLst>
      </pc:sldChg>
    </pc:docChg>
  </pc:docChgLst>
  <pc:docChgLst>
    <pc:chgData name="Adriano Borgatto" userId="e50a874dfa6d3f1a" providerId="LiveId" clId="{C44BD5C6-C92A-4990-911F-28F9A2FB6307}"/>
    <pc:docChg chg="modSld">
      <pc:chgData name="Adriano Borgatto" userId="e50a874dfa6d3f1a" providerId="LiveId" clId="{C44BD5C6-C92A-4990-911F-28F9A2FB6307}" dt="2025-10-13T11:55:13.963" v="261" actId="255"/>
      <pc:docMkLst>
        <pc:docMk/>
      </pc:docMkLst>
      <pc:sldChg chg="modSp mod">
        <pc:chgData name="Adriano Borgatto" userId="e50a874dfa6d3f1a" providerId="LiveId" clId="{C44BD5C6-C92A-4990-911F-28F9A2FB6307}" dt="2025-10-13T11:52:16.156" v="113" actId="6549"/>
        <pc:sldMkLst>
          <pc:docMk/>
          <pc:sldMk cId="1754844800" sldId="276"/>
        </pc:sldMkLst>
        <pc:spChg chg="mod">
          <ac:chgData name="Adriano Borgatto" userId="e50a874dfa6d3f1a" providerId="LiveId" clId="{C44BD5C6-C92A-4990-911F-28F9A2FB6307}" dt="2025-10-13T11:52:16.156" v="113" actId="6549"/>
          <ac:spMkLst>
            <pc:docMk/>
            <pc:sldMk cId="1754844800" sldId="276"/>
            <ac:spMk id="4" creationId="{5FE22E9E-2C95-4A18-9134-A4DF1C81C582}"/>
          </ac:spMkLst>
        </pc:spChg>
      </pc:sldChg>
      <pc:sldChg chg="modSp mod">
        <pc:chgData name="Adriano Borgatto" userId="e50a874dfa6d3f1a" providerId="LiveId" clId="{C44BD5C6-C92A-4990-911F-28F9A2FB6307}" dt="2025-10-13T11:55:13.963" v="261" actId="255"/>
        <pc:sldMkLst>
          <pc:docMk/>
          <pc:sldMk cId="3499934131" sldId="278"/>
        </pc:sldMkLst>
        <pc:spChg chg="mod">
          <ac:chgData name="Adriano Borgatto" userId="e50a874dfa6d3f1a" providerId="LiveId" clId="{C44BD5C6-C92A-4990-911F-28F9A2FB6307}" dt="2025-10-13T11:55:13.963" v="261" actId="255"/>
          <ac:spMkLst>
            <pc:docMk/>
            <pc:sldMk cId="3499934131" sldId="278"/>
            <ac:spMk id="4" creationId="{6FC194B1-AFDA-4A20-963F-2B64937B82B6}"/>
          </ac:spMkLst>
        </pc:spChg>
      </pc:sldChg>
      <pc:sldChg chg="modSp mod">
        <pc:chgData name="Adriano Borgatto" userId="e50a874dfa6d3f1a" providerId="LiveId" clId="{C44BD5C6-C92A-4990-911F-28F9A2FB6307}" dt="2025-10-13T11:50:12.716" v="72" actId="20577"/>
        <pc:sldMkLst>
          <pc:docMk/>
          <pc:sldMk cId="378397243" sldId="282"/>
        </pc:sldMkLst>
        <pc:spChg chg="mod">
          <ac:chgData name="Adriano Borgatto" userId="e50a874dfa6d3f1a" providerId="LiveId" clId="{C44BD5C6-C92A-4990-911F-28F9A2FB6307}" dt="2025-10-13T11:50:12.716" v="72" actId="20577"/>
          <ac:spMkLst>
            <pc:docMk/>
            <pc:sldMk cId="378397243" sldId="282"/>
            <ac:spMk id="4" creationId="{4BF9D687-E8A0-4C44-AE32-FF632D994CA8}"/>
          </ac:spMkLst>
        </pc:spChg>
      </pc:sldChg>
    </pc:docChg>
  </pc:docChgLst>
  <pc:docChgLst>
    <pc:chgData name="Adriano Borgatto" userId="e50a874dfa6d3f1a" providerId="LiveId" clId="{BC181C97-953D-4172-B9C0-6D83A184D733}"/>
    <pc:docChg chg="undo custSel addSld delSld modSld">
      <pc:chgData name="Adriano Borgatto" userId="e50a874dfa6d3f1a" providerId="LiveId" clId="{BC181C97-953D-4172-B9C0-6D83A184D733}" dt="2022-04-04T16:27:20.060" v="1032" actId="20577"/>
      <pc:docMkLst>
        <pc:docMk/>
      </pc:docMkLst>
      <pc:sldChg chg="modSp mod">
        <pc:chgData name="Adriano Borgatto" userId="e50a874dfa6d3f1a" providerId="LiveId" clId="{BC181C97-953D-4172-B9C0-6D83A184D733}" dt="2022-04-04T13:27:34.121" v="61" actId="20577"/>
        <pc:sldMkLst>
          <pc:docMk/>
          <pc:sldMk cId="0" sldId="256"/>
        </pc:sldMkLst>
      </pc:sldChg>
      <pc:sldChg chg="addSp delSp modSp mod">
        <pc:chgData name="Adriano Borgatto" userId="e50a874dfa6d3f1a" providerId="LiveId" clId="{BC181C97-953D-4172-B9C0-6D83A184D733}" dt="2022-04-04T14:14:38.031" v="627" actId="14100"/>
        <pc:sldMkLst>
          <pc:docMk/>
          <pc:sldMk cId="0" sldId="258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652844300" sldId="259"/>
        </pc:sldMkLst>
      </pc:sldChg>
      <pc:sldChg chg="addSp modSp add mod">
        <pc:chgData name="Adriano Borgatto" userId="e50a874dfa6d3f1a" providerId="LiveId" clId="{BC181C97-953D-4172-B9C0-6D83A184D733}" dt="2022-04-04T14:04:16.654" v="186" actId="20577"/>
        <pc:sldMkLst>
          <pc:docMk/>
          <pc:sldMk cId="1075697645" sldId="259"/>
        </pc:sldMkLst>
      </pc:sldChg>
      <pc:sldChg chg="addSp modSp add mod">
        <pc:chgData name="Adriano Borgatto" userId="e50a874dfa6d3f1a" providerId="LiveId" clId="{BC181C97-953D-4172-B9C0-6D83A184D733}" dt="2022-04-04T14:11:45.587" v="549" actId="1036"/>
        <pc:sldMkLst>
          <pc:docMk/>
          <pc:sldMk cId="2613099061" sldId="260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374184503" sldId="261"/>
        </pc:sldMkLst>
      </pc:sldChg>
      <pc:sldChg chg="addSp modSp add mod">
        <pc:chgData name="Adriano Borgatto" userId="e50a874dfa6d3f1a" providerId="LiveId" clId="{BC181C97-953D-4172-B9C0-6D83A184D733}" dt="2022-04-04T14:20:25.735" v="749" actId="1076"/>
        <pc:sldMkLst>
          <pc:docMk/>
          <pc:sldMk cId="2203118664" sldId="261"/>
        </pc:sldMkLst>
      </pc:sldChg>
      <pc:sldChg chg="addSp delSp modSp add mod">
        <pc:chgData name="Adriano Borgatto" userId="e50a874dfa6d3f1a" providerId="LiveId" clId="{BC181C97-953D-4172-B9C0-6D83A184D733}" dt="2022-04-04T14:20:32.102" v="751"/>
        <pc:sldMkLst>
          <pc:docMk/>
          <pc:sldMk cId="371732222" sldId="262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611410075" sldId="262"/>
        </pc:sldMkLst>
      </pc:sldChg>
      <pc:sldChg chg="addSp delSp modSp add mod">
        <pc:chgData name="Adriano Borgatto" userId="e50a874dfa6d3f1a" providerId="LiveId" clId="{BC181C97-953D-4172-B9C0-6D83A184D733}" dt="2022-04-04T14:20:38.087" v="753"/>
        <pc:sldMkLst>
          <pc:docMk/>
          <pc:sldMk cId="1158927129" sldId="263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831347756" sldId="263"/>
        </pc:sldMkLst>
      </pc:sldChg>
      <pc:sldChg chg="addSp modSp add mod">
        <pc:chgData name="Adriano Borgatto" userId="e50a874dfa6d3f1a" providerId="LiveId" clId="{BC181C97-953D-4172-B9C0-6D83A184D733}" dt="2022-04-04T14:24:41.140" v="852" actId="122"/>
        <pc:sldMkLst>
          <pc:docMk/>
          <pc:sldMk cId="1813755357" sldId="264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014035416" sldId="264"/>
        </pc:sldMkLst>
      </pc:sldChg>
      <pc:sldChg chg="addSp modSp add mod">
        <pc:chgData name="Adriano Borgatto" userId="e50a874dfa6d3f1a" providerId="LiveId" clId="{BC181C97-953D-4172-B9C0-6D83A184D733}" dt="2022-04-04T14:31:32.988" v="902" actId="1035"/>
        <pc:sldMkLst>
          <pc:docMk/>
          <pc:sldMk cId="443477199" sldId="265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4166837138" sldId="265"/>
        </pc:sldMkLst>
      </pc:sldChg>
      <pc:sldChg chg="addSp modSp add mod">
        <pc:chgData name="Adriano Borgatto" userId="e50a874dfa6d3f1a" providerId="LiveId" clId="{BC181C97-953D-4172-B9C0-6D83A184D733}" dt="2022-04-04T16:27:20.060" v="1032" actId="20577"/>
        <pc:sldMkLst>
          <pc:docMk/>
          <pc:sldMk cId="2292630170" sldId="266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3072415336" sldId="266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207021074" sldId="267"/>
        </pc:sldMkLst>
      </pc:sldChg>
      <pc:sldChg chg="addSp delSp modSp add mod">
        <pc:chgData name="Adriano Borgatto" userId="e50a874dfa6d3f1a" providerId="LiveId" clId="{BC181C97-953D-4172-B9C0-6D83A184D733}" dt="2022-04-04T14:04:12.096" v="185" actId="1038"/>
        <pc:sldMkLst>
          <pc:docMk/>
          <pc:sldMk cId="2969784623" sldId="267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1817576425" sldId="268"/>
        </pc:sldMkLst>
      </pc:sldChg>
      <pc:sldChg chg="addSp delSp modSp add mod">
        <pc:chgData name="Adriano Borgatto" userId="e50a874dfa6d3f1a" providerId="LiveId" clId="{BC181C97-953D-4172-B9C0-6D83A184D733}" dt="2022-04-04T14:15:48.607" v="644" actId="207"/>
        <pc:sldMkLst>
          <pc:docMk/>
          <pc:sldMk cId="1949786334" sldId="268"/>
        </pc:sldMkLst>
      </pc:sldChg>
      <pc:sldChg chg="delSp add del mod">
        <pc:chgData name="Adriano Borgatto" userId="e50a874dfa6d3f1a" providerId="LiveId" clId="{BC181C97-953D-4172-B9C0-6D83A184D733}" dt="2022-04-04T14:15:55.478" v="645" actId="47"/>
        <pc:sldMkLst>
          <pc:docMk/>
          <pc:sldMk cId="1522573566" sldId="269"/>
        </pc:sldMkLst>
      </pc:sldChg>
      <pc:sldChg chg="add">
        <pc:chgData name="Adriano Borgatto" userId="e50a874dfa6d3f1a" providerId="LiveId" clId="{BC181C97-953D-4172-B9C0-6D83A184D733}" dt="2022-04-04T14:13:12.689" v="554" actId="2890"/>
        <pc:sldMkLst>
          <pc:docMk/>
          <pc:sldMk cId="2328634869" sldId="270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915427500" sldId="270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992579993" sldId="271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4281397298" sldId="272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242302329" sldId="273"/>
        </pc:sldMkLst>
      </pc:sldChg>
    </pc:docChg>
  </pc:docChgLst>
  <pc:docChgLst>
    <pc:chgData name="Adriano Borgatto" userId="e50a874dfa6d3f1a" providerId="LiveId" clId="{6224BD75-9379-4C94-8B4F-D929DEE89EEB}"/>
    <pc:docChg chg="modSld">
      <pc:chgData name="Adriano Borgatto" userId="e50a874dfa6d3f1a" providerId="LiveId" clId="{6224BD75-9379-4C94-8B4F-D929DEE89EEB}" dt="2022-08-12T19:28:51.362" v="0" actId="20577"/>
      <pc:docMkLst>
        <pc:docMk/>
      </pc:docMkLst>
      <pc:sldChg chg="modSp mod">
        <pc:chgData name="Adriano Borgatto" userId="e50a874dfa6d3f1a" providerId="LiveId" clId="{6224BD75-9379-4C94-8B4F-D929DEE89EEB}" dt="2022-08-12T19:28:51.362" v="0" actId="20577"/>
        <pc:sldMkLst>
          <pc:docMk/>
          <pc:sldMk cId="0" sldId="256"/>
        </pc:sldMkLst>
      </pc:sldChg>
    </pc:docChg>
  </pc:docChgLst>
  <pc:docChgLst>
    <pc:chgData name="Adriano Borgatto" userId="e50a874dfa6d3f1a" providerId="LiveId" clId="{88C1CB35-E29F-4286-B8A1-553BE109C0B3}"/>
    <pc:docChg chg="undo custSel addSld delSld modSld">
      <pc:chgData name="Adriano Borgatto" userId="e50a874dfa6d3f1a" providerId="LiveId" clId="{88C1CB35-E29F-4286-B8A1-553BE109C0B3}" dt="2022-04-04T17:21:39.139" v="1585" actId="47"/>
      <pc:docMkLst>
        <pc:docMk/>
      </pc:docMkLst>
      <pc:sldChg chg="addSp delSp modSp mod">
        <pc:chgData name="Adriano Borgatto" userId="e50a874dfa6d3f1a" providerId="LiveId" clId="{88C1CB35-E29F-4286-B8A1-553BE109C0B3}" dt="2022-04-04T16:38:57.382" v="202" actId="20577"/>
        <pc:sldMkLst>
          <pc:docMk/>
          <pc:sldMk cId="0" sldId="258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075697645" sldId="259"/>
        </pc:sldMkLst>
      </pc:sldChg>
      <pc:sldChg chg="addSp modSp add mod">
        <pc:chgData name="Adriano Borgatto" userId="e50a874dfa6d3f1a" providerId="LiveId" clId="{88C1CB35-E29F-4286-B8A1-553BE109C0B3}" dt="2022-04-04T16:39:18.730" v="216" actId="1035"/>
        <pc:sldMkLst>
          <pc:docMk/>
          <pc:sldMk cId="1149392784" sldId="259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613099061" sldId="260"/>
        </pc:sldMkLst>
      </pc:sldChg>
      <pc:sldChg chg="addSp modSp add mod">
        <pc:chgData name="Adriano Borgatto" userId="e50a874dfa6d3f1a" providerId="LiveId" clId="{88C1CB35-E29F-4286-B8A1-553BE109C0B3}" dt="2022-04-04T16:40:39.444" v="231" actId="20577"/>
        <pc:sldMkLst>
          <pc:docMk/>
          <pc:sldMk cId="3068761576" sldId="260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203118664" sldId="261"/>
        </pc:sldMkLst>
      </pc:sldChg>
      <pc:sldChg chg="addSp modSp add mod">
        <pc:chgData name="Adriano Borgatto" userId="e50a874dfa6d3f1a" providerId="LiveId" clId="{88C1CB35-E29F-4286-B8A1-553BE109C0B3}" dt="2022-04-04T17:10:29.109" v="1128" actId="1076"/>
        <pc:sldMkLst>
          <pc:docMk/>
          <pc:sldMk cId="3273345463" sldId="261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371732222" sldId="262"/>
        </pc:sldMkLst>
      </pc:sldChg>
      <pc:sldChg chg="addSp delSp modSp add mod">
        <pc:chgData name="Adriano Borgatto" userId="e50a874dfa6d3f1a" providerId="LiveId" clId="{88C1CB35-E29F-4286-B8A1-553BE109C0B3}" dt="2022-04-04T16:58:49.027" v="745" actId="1038"/>
        <pc:sldMkLst>
          <pc:docMk/>
          <pc:sldMk cId="2926345594" sldId="262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158927129" sldId="263"/>
        </pc:sldMkLst>
      </pc:sldChg>
      <pc:sldChg chg="addSp delSp modSp add mod">
        <pc:chgData name="Adriano Borgatto" userId="e50a874dfa6d3f1a" providerId="LiveId" clId="{88C1CB35-E29F-4286-B8A1-553BE109C0B3}" dt="2022-04-04T17:00:35.717" v="806" actId="14100"/>
        <pc:sldMkLst>
          <pc:docMk/>
          <pc:sldMk cId="2647841580" sldId="263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813755357" sldId="264"/>
        </pc:sldMkLst>
      </pc:sldChg>
      <pc:sldChg chg="addSp modSp add mod">
        <pc:chgData name="Adriano Borgatto" userId="e50a874dfa6d3f1a" providerId="LiveId" clId="{88C1CB35-E29F-4286-B8A1-553BE109C0B3}" dt="2022-04-04T17:01:05.446" v="822" actId="1035"/>
        <pc:sldMkLst>
          <pc:docMk/>
          <pc:sldMk cId="2634771876" sldId="264"/>
        </pc:sldMkLst>
      </pc:sldChg>
      <pc:sldChg chg="addSp delSp modSp add mod">
        <pc:chgData name="Adriano Borgatto" userId="e50a874dfa6d3f1a" providerId="LiveId" clId="{88C1CB35-E29F-4286-B8A1-553BE109C0B3}" dt="2022-04-04T17:04:18.384" v="902" actId="179"/>
        <pc:sldMkLst>
          <pc:docMk/>
          <pc:sldMk cId="269759791" sldId="265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443477199" sldId="265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292630170" sldId="266"/>
        </pc:sldMkLst>
      </pc:sldChg>
      <pc:sldChg chg="addSp modSp add mod">
        <pc:chgData name="Adriano Borgatto" userId="e50a874dfa6d3f1a" providerId="LiveId" clId="{88C1CB35-E29F-4286-B8A1-553BE109C0B3}" dt="2022-04-04T17:05:35.151" v="935" actId="20577"/>
        <pc:sldMkLst>
          <pc:docMk/>
          <pc:sldMk cId="2364387731" sldId="266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969784623" sldId="267"/>
        </pc:sldMkLst>
      </pc:sldChg>
      <pc:sldChg chg="addSp modSp add mod">
        <pc:chgData name="Adriano Borgatto" userId="e50a874dfa6d3f1a" providerId="LiveId" clId="{88C1CB35-E29F-4286-B8A1-553BE109C0B3}" dt="2022-04-04T17:07:43.821" v="1039" actId="20577"/>
        <pc:sldMkLst>
          <pc:docMk/>
          <pc:sldMk cId="3303473955" sldId="267"/>
        </pc:sldMkLst>
      </pc:sldChg>
      <pc:sldChg chg="addSp modSp add mod">
        <pc:chgData name="Adriano Borgatto" userId="e50a874dfa6d3f1a" providerId="LiveId" clId="{88C1CB35-E29F-4286-B8A1-553BE109C0B3}" dt="2022-04-04T17:09:25.638" v="1099" actId="1036"/>
        <pc:sldMkLst>
          <pc:docMk/>
          <pc:sldMk cId="1415369606" sldId="268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949786334" sldId="268"/>
        </pc:sldMkLst>
      </pc:sldChg>
      <pc:sldChg chg="addSp delSp modSp add mod">
        <pc:chgData name="Adriano Borgatto" userId="e50a874dfa6d3f1a" providerId="LiveId" clId="{88C1CB35-E29F-4286-B8A1-553BE109C0B3}" dt="2022-04-04T17:16:51.002" v="1258" actId="208"/>
        <pc:sldMkLst>
          <pc:docMk/>
          <pc:sldMk cId="3836620619" sldId="269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328634869" sldId="270"/>
        </pc:sldMkLst>
      </pc:sldChg>
      <pc:sldChg chg="addSp modSp add mod">
        <pc:chgData name="Adriano Borgatto" userId="e50a874dfa6d3f1a" providerId="LiveId" clId="{88C1CB35-E29F-4286-B8A1-553BE109C0B3}" dt="2022-04-04T17:17:25.336" v="1278" actId="1035"/>
        <pc:sldMkLst>
          <pc:docMk/>
          <pc:sldMk cId="3908284636" sldId="270"/>
        </pc:sldMkLst>
      </pc:sldChg>
      <pc:sldChg chg="addSp delSp modSp add mod">
        <pc:chgData name="Adriano Borgatto" userId="e50a874dfa6d3f1a" providerId="LiveId" clId="{88C1CB35-E29F-4286-B8A1-553BE109C0B3}" dt="2022-04-04T17:21:22.487" v="1584" actId="14100"/>
        <pc:sldMkLst>
          <pc:docMk/>
          <pc:sldMk cId="2934819853" sldId="271"/>
        </pc:sldMkLst>
      </pc:sldChg>
      <pc:sldChg chg="add del">
        <pc:chgData name="Adriano Borgatto" userId="e50a874dfa6d3f1a" providerId="LiveId" clId="{88C1CB35-E29F-4286-B8A1-553BE109C0B3}" dt="2022-04-04T17:21:39.139" v="1585" actId="47"/>
        <pc:sldMkLst>
          <pc:docMk/>
          <pc:sldMk cId="4240375357" sldId="272"/>
        </pc:sldMkLst>
      </pc:sldChg>
    </pc:docChg>
  </pc:docChgLst>
  <pc:docChgLst>
    <pc:chgData name="Adriano Borgatto" userId="e50a874dfa6d3f1a" providerId="LiveId" clId="{2BD81D8F-76F9-42EF-9C40-21B2B11E20EF}"/>
    <pc:docChg chg="undo custSel addSld delSld modSld">
      <pc:chgData name="Adriano Borgatto" userId="e50a874dfa6d3f1a" providerId="LiveId" clId="{2BD81D8F-76F9-42EF-9C40-21B2B11E20EF}" dt="2022-04-05T14:35:56.712" v="1049" actId="47"/>
      <pc:docMkLst>
        <pc:docMk/>
      </pc:docMkLst>
      <pc:sldChg chg="modSp mod">
        <pc:chgData name="Adriano Borgatto" userId="e50a874dfa6d3f1a" providerId="LiveId" clId="{2BD81D8F-76F9-42EF-9C40-21B2B11E20EF}" dt="2022-04-05T13:22:29.565" v="19" actId="20577"/>
        <pc:sldMkLst>
          <pc:docMk/>
          <pc:sldMk cId="0" sldId="256"/>
        </pc:sldMkLst>
      </pc:sldChg>
      <pc:sldChg chg="addSp delSp modSp mod">
        <pc:chgData name="Adriano Borgatto" userId="e50a874dfa6d3f1a" providerId="LiveId" clId="{2BD81D8F-76F9-42EF-9C40-21B2B11E20EF}" dt="2022-04-05T13:38:02.846" v="96" actId="255"/>
        <pc:sldMkLst>
          <pc:docMk/>
          <pc:sldMk cId="3945532463" sldId="272"/>
        </pc:sldMkLst>
      </pc:sldChg>
      <pc:sldChg chg="del">
        <pc:chgData name="Adriano Borgatto" userId="e50a874dfa6d3f1a" providerId="LiveId" clId="{2BD81D8F-76F9-42EF-9C40-21B2B11E20EF}" dt="2022-04-05T13:30:19.886" v="20" actId="47"/>
        <pc:sldMkLst>
          <pc:docMk/>
          <pc:sldMk cId="905316025" sldId="273"/>
        </pc:sldMkLst>
      </pc:sldChg>
      <pc:sldChg chg="addSp delSp modSp add mod">
        <pc:chgData name="Adriano Borgatto" userId="e50a874dfa6d3f1a" providerId="LiveId" clId="{2BD81D8F-76F9-42EF-9C40-21B2B11E20EF}" dt="2022-04-05T13:39:05.094" v="109" actId="255"/>
        <pc:sldMkLst>
          <pc:docMk/>
          <pc:sldMk cId="3174244307" sldId="273"/>
        </pc:sldMkLst>
      </pc:sldChg>
      <pc:sldChg chg="addSp modSp add">
        <pc:chgData name="Adriano Borgatto" userId="e50a874dfa6d3f1a" providerId="LiveId" clId="{2BD81D8F-76F9-42EF-9C40-21B2B11E20EF}" dt="2022-04-05T13:39:24.667" v="112"/>
        <pc:sldMkLst>
          <pc:docMk/>
          <pc:sldMk cId="1633450635" sldId="274"/>
        </pc:sldMkLst>
      </pc:sldChg>
      <pc:sldChg chg="addSp modSp add">
        <pc:chgData name="Adriano Borgatto" userId="e50a874dfa6d3f1a" providerId="LiveId" clId="{2BD81D8F-76F9-42EF-9C40-21B2B11E20EF}" dt="2022-04-05T13:39:38.537" v="113"/>
        <pc:sldMkLst>
          <pc:docMk/>
          <pc:sldMk cId="2013310454" sldId="275"/>
        </pc:sldMkLst>
      </pc:sldChg>
      <pc:sldChg chg="addSp modSp add mod">
        <pc:chgData name="Adriano Borgatto" userId="e50a874dfa6d3f1a" providerId="LiveId" clId="{2BD81D8F-76F9-42EF-9C40-21B2B11E20EF}" dt="2022-04-05T13:40:42.746" v="137" actId="6549"/>
        <pc:sldMkLst>
          <pc:docMk/>
          <pc:sldMk cId="2583529786" sldId="276"/>
        </pc:sldMkLst>
      </pc:sldChg>
      <pc:sldChg chg="addSp modSp add mod">
        <pc:chgData name="Adriano Borgatto" userId="e50a874dfa6d3f1a" providerId="LiveId" clId="{2BD81D8F-76F9-42EF-9C40-21B2B11E20EF}" dt="2022-04-05T13:41:39.894" v="159" actId="20577"/>
        <pc:sldMkLst>
          <pc:docMk/>
          <pc:sldMk cId="1339448667" sldId="277"/>
        </pc:sldMkLst>
      </pc:sldChg>
      <pc:sldChg chg="addSp modSp add mod">
        <pc:chgData name="Adriano Borgatto" userId="e50a874dfa6d3f1a" providerId="LiveId" clId="{2BD81D8F-76F9-42EF-9C40-21B2B11E20EF}" dt="2022-04-05T13:42:03.037" v="187" actId="1035"/>
        <pc:sldMkLst>
          <pc:docMk/>
          <pc:sldMk cId="2586773552" sldId="278"/>
        </pc:sldMkLst>
      </pc:sldChg>
      <pc:sldChg chg="addSp delSp modSp add mod">
        <pc:chgData name="Adriano Borgatto" userId="e50a874dfa6d3f1a" providerId="LiveId" clId="{2BD81D8F-76F9-42EF-9C40-21B2B11E20EF}" dt="2022-04-05T13:45:20.666" v="263" actId="20577"/>
        <pc:sldMkLst>
          <pc:docMk/>
          <pc:sldMk cId="2444337337" sldId="279"/>
        </pc:sldMkLst>
      </pc:sldChg>
      <pc:sldChg chg="addSp delSp modSp add mod">
        <pc:chgData name="Adriano Borgatto" userId="e50a874dfa6d3f1a" providerId="LiveId" clId="{2BD81D8F-76F9-42EF-9C40-21B2B11E20EF}" dt="2022-04-05T13:46:12.146" v="300" actId="207"/>
        <pc:sldMkLst>
          <pc:docMk/>
          <pc:sldMk cId="1742753214" sldId="280"/>
        </pc:sldMkLst>
      </pc:sldChg>
      <pc:sldChg chg="addSp modSp add mod">
        <pc:chgData name="Adriano Borgatto" userId="e50a874dfa6d3f1a" providerId="LiveId" clId="{2BD81D8F-76F9-42EF-9C40-21B2B11E20EF}" dt="2022-04-05T13:48:02.672" v="395" actId="255"/>
        <pc:sldMkLst>
          <pc:docMk/>
          <pc:sldMk cId="1319835411" sldId="281"/>
        </pc:sldMkLst>
      </pc:sldChg>
      <pc:sldChg chg="addSp modSp add mod">
        <pc:chgData name="Adriano Borgatto" userId="e50a874dfa6d3f1a" providerId="LiveId" clId="{2BD81D8F-76F9-42EF-9C40-21B2B11E20EF}" dt="2022-04-05T13:50:54.075" v="432" actId="1035"/>
        <pc:sldMkLst>
          <pc:docMk/>
          <pc:sldMk cId="583429500" sldId="282"/>
        </pc:sldMkLst>
      </pc:sldChg>
      <pc:sldChg chg="addSp delSp modSp add mod">
        <pc:chgData name="Adriano Borgatto" userId="e50a874dfa6d3f1a" providerId="LiveId" clId="{2BD81D8F-76F9-42EF-9C40-21B2B11E20EF}" dt="2022-04-05T14:00:20.929" v="563" actId="208"/>
        <pc:sldMkLst>
          <pc:docMk/>
          <pc:sldMk cId="1703279597" sldId="283"/>
        </pc:sldMkLst>
      </pc:sldChg>
      <pc:sldChg chg="addSp modSp add mod">
        <pc:chgData name="Adriano Borgatto" userId="e50a874dfa6d3f1a" providerId="LiveId" clId="{2BD81D8F-76F9-42EF-9C40-21B2B11E20EF}" dt="2022-04-05T14:35:48.839" v="1048" actId="20577"/>
        <pc:sldMkLst>
          <pc:docMk/>
          <pc:sldMk cId="3136067746" sldId="284"/>
        </pc:sldMkLst>
      </pc:sldChg>
      <pc:sldChg chg="addSp modSp add mod">
        <pc:chgData name="Adriano Borgatto" userId="e50a874dfa6d3f1a" providerId="LiveId" clId="{2BD81D8F-76F9-42EF-9C40-21B2B11E20EF}" dt="2022-04-05T14:33:49.110" v="693" actId="1038"/>
        <pc:sldMkLst>
          <pc:docMk/>
          <pc:sldMk cId="1647466032" sldId="285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3436632986" sldId="286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2972612044" sldId="287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4221261969" sldId="288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1695213650" sldId="289"/>
        </pc:sldMkLst>
      </pc:sldChg>
      <pc:sldChg chg="addSp delSp modSp add mod">
        <pc:chgData name="Adriano Borgatto" userId="e50a874dfa6d3f1a" providerId="LiveId" clId="{2BD81D8F-76F9-42EF-9C40-21B2B11E20EF}" dt="2022-04-05T14:29:45.854" v="626"/>
        <pc:sldMkLst>
          <pc:docMk/>
          <pc:sldMk cId="2498392080" sldId="290"/>
        </pc:sldMkLst>
      </pc:sldChg>
    </pc:docChg>
  </pc:docChgLst>
  <pc:docChgLst>
    <pc:chgData name="Adriano Borgatto" userId="e50a874dfa6d3f1a" providerId="LiveId" clId="{9133AC44-9496-4E83-A525-6B751EB2E002}"/>
    <pc:docChg chg="custSel addSld delSld modSld">
      <pc:chgData name="Adriano Borgatto" userId="e50a874dfa6d3f1a" providerId="LiveId" clId="{9133AC44-9496-4E83-A525-6B751EB2E002}" dt="2022-04-05T13:18:05.260" v="1193" actId="6549"/>
      <pc:docMkLst>
        <pc:docMk/>
      </pc:docMkLst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0" sldId="258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697426403" sldId="259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1802714433" sldId="261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606920721" sldId="262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258561624" sldId="263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974571722" sldId="270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286078432" sldId="271"/>
        </pc:sldMkLst>
      </pc:sldChg>
      <pc:sldChg chg="addSp modSp mod">
        <pc:chgData name="Adriano Borgatto" userId="e50a874dfa6d3f1a" providerId="LiveId" clId="{9133AC44-9496-4E83-A525-6B751EB2E002}" dt="2022-04-05T13:11:40.773" v="540" actId="207"/>
        <pc:sldMkLst>
          <pc:docMk/>
          <pc:sldMk cId="3945532463" sldId="272"/>
        </pc:sldMkLst>
      </pc:sldChg>
      <pc:sldChg chg="delSp modSp add mod">
        <pc:chgData name="Adriano Borgatto" userId="e50a874dfa6d3f1a" providerId="LiveId" clId="{9133AC44-9496-4E83-A525-6B751EB2E002}" dt="2022-04-05T13:18:05.260" v="1193" actId="6549"/>
        <pc:sldMkLst>
          <pc:docMk/>
          <pc:sldMk cId="905316025" sldId="273"/>
        </pc:sldMkLst>
      </pc:sldChg>
    </pc:docChg>
  </pc:docChgLst>
  <pc:docChgLst>
    <pc:chgData name="Adriano Borgatto" userId="e50a874dfa6d3f1a" providerId="LiveId" clId="{D0CEADC8-DC69-4EED-9EE7-63895CC527FE}"/>
    <pc:docChg chg="modSld">
      <pc:chgData name="Adriano Borgatto" userId="e50a874dfa6d3f1a" providerId="LiveId" clId="{D0CEADC8-DC69-4EED-9EE7-63895CC527FE}" dt="2023-02-28T11:33:31.552" v="1" actId="20577"/>
      <pc:docMkLst>
        <pc:docMk/>
      </pc:docMkLst>
    </pc:docChg>
  </pc:docChgLst>
  <pc:docChgLst>
    <pc:chgData name="Adriano Borgatto" userId="e50a874dfa6d3f1a" providerId="LiveId" clId="{7D7D52C0-1FE2-42DA-B7DB-74465ED70E91}"/>
    <pc:docChg chg="undo custSel addSld delSld modSld">
      <pc:chgData name="Adriano Borgatto" userId="e50a874dfa6d3f1a" providerId="LiveId" clId="{7D7D52C0-1FE2-42DA-B7DB-74465ED70E91}" dt="2022-04-06T10:40:01.394" v="774"/>
      <pc:docMkLst>
        <pc:docMk/>
      </pc:docMkLst>
      <pc:sldChg chg="addSp modSp mod">
        <pc:chgData name="Adriano Borgatto" userId="e50a874dfa6d3f1a" providerId="LiveId" clId="{7D7D52C0-1FE2-42DA-B7DB-74465ED70E91}" dt="2022-04-05T18:49:34.479" v="235" actId="1076"/>
        <pc:sldMkLst>
          <pc:docMk/>
          <pc:sldMk cId="3945532463" sldId="272"/>
        </pc:sldMkLst>
      </pc:sldChg>
      <pc:sldChg chg="del">
        <pc:chgData name="Adriano Borgatto" userId="e50a874dfa6d3f1a" providerId="LiveId" clId="{7D7D52C0-1FE2-42DA-B7DB-74465ED70E91}" dt="2022-04-05T18:31:39.280" v="55" actId="2696"/>
        <pc:sldMkLst>
          <pc:docMk/>
          <pc:sldMk cId="1459410471" sldId="273"/>
        </pc:sldMkLst>
      </pc:sldChg>
      <pc:sldChg chg="addSp delSp modSp add mod">
        <pc:chgData name="Adriano Borgatto" userId="e50a874dfa6d3f1a" providerId="LiveId" clId="{7D7D52C0-1FE2-42DA-B7DB-74465ED70E91}" dt="2022-04-05T18:55:53.417" v="376" actId="1035"/>
        <pc:sldMkLst>
          <pc:docMk/>
          <pc:sldMk cId="3698887128" sldId="273"/>
        </pc:sldMkLst>
      </pc:sldChg>
      <pc:sldChg chg="addSp modSp add mod">
        <pc:chgData name="Adriano Borgatto" userId="e50a874dfa6d3f1a" providerId="LiveId" clId="{7D7D52C0-1FE2-42DA-B7DB-74465ED70E91}" dt="2022-04-05T18:58:28.368" v="400" actId="6549"/>
        <pc:sldMkLst>
          <pc:docMk/>
          <pc:sldMk cId="3230795952" sldId="274"/>
        </pc:sldMkLst>
      </pc:sldChg>
      <pc:sldChg chg="del">
        <pc:chgData name="Adriano Borgatto" userId="e50a874dfa6d3f1a" providerId="LiveId" clId="{7D7D52C0-1FE2-42DA-B7DB-74465ED70E91}" dt="2022-04-05T18:31:39.280" v="55" actId="2696"/>
        <pc:sldMkLst>
          <pc:docMk/>
          <pc:sldMk cId="3889261101" sldId="274"/>
        </pc:sldMkLst>
      </pc:sldChg>
      <pc:sldChg chg="addSp modSp add mod">
        <pc:chgData name="Adriano Borgatto" userId="e50a874dfa6d3f1a" providerId="LiveId" clId="{7D7D52C0-1FE2-42DA-B7DB-74465ED70E91}" dt="2022-04-05T19:08:57.302" v="442"/>
        <pc:sldMkLst>
          <pc:docMk/>
          <pc:sldMk cId="502828303" sldId="275"/>
        </pc:sldMkLst>
      </pc:sldChg>
      <pc:sldChg chg="del">
        <pc:chgData name="Adriano Borgatto" userId="e50a874dfa6d3f1a" providerId="LiveId" clId="{7D7D52C0-1FE2-42DA-B7DB-74465ED70E91}" dt="2022-04-05T18:31:39.280" v="55" actId="2696"/>
        <pc:sldMkLst>
          <pc:docMk/>
          <pc:sldMk cId="3852631124" sldId="275"/>
        </pc:sldMkLst>
      </pc:sldChg>
      <pc:sldChg chg="addSp modSp add mod">
        <pc:chgData name="Adriano Borgatto" userId="e50a874dfa6d3f1a" providerId="LiveId" clId="{7D7D52C0-1FE2-42DA-B7DB-74465ED70E91}" dt="2022-04-06T10:39:34.714" v="773"/>
        <pc:sldMkLst>
          <pc:docMk/>
          <pc:sldMk cId="1778712995" sldId="276"/>
        </pc:sldMkLst>
      </pc:sldChg>
      <pc:sldChg chg="del">
        <pc:chgData name="Adriano Borgatto" userId="e50a874dfa6d3f1a" providerId="LiveId" clId="{7D7D52C0-1FE2-42DA-B7DB-74465ED70E91}" dt="2022-04-05T18:31:39.280" v="55" actId="2696"/>
        <pc:sldMkLst>
          <pc:docMk/>
          <pc:sldMk cId="3814476370" sldId="276"/>
        </pc:sldMkLst>
      </pc:sldChg>
      <pc:sldChg chg="addSp modSp add mod">
        <pc:chgData name="Adriano Borgatto" userId="e50a874dfa6d3f1a" providerId="LiveId" clId="{7D7D52C0-1FE2-42DA-B7DB-74465ED70E91}" dt="2022-04-05T19:22:03.484" v="520" actId="20577"/>
        <pc:sldMkLst>
          <pc:docMk/>
          <pc:sldMk cId="1543133925" sldId="277"/>
        </pc:sldMkLst>
      </pc:sldChg>
      <pc:sldChg chg="addSp modSp add mod">
        <pc:chgData name="Adriano Borgatto" userId="e50a874dfa6d3f1a" providerId="LiveId" clId="{7D7D52C0-1FE2-42DA-B7DB-74465ED70E91}" dt="2022-04-05T19:28:34.247" v="680" actId="20577"/>
        <pc:sldMkLst>
          <pc:docMk/>
          <pc:sldMk cId="2420561138" sldId="278"/>
        </pc:sldMkLst>
      </pc:sldChg>
      <pc:sldChg chg="addSp modSp add mod">
        <pc:chgData name="Adriano Borgatto" userId="e50a874dfa6d3f1a" providerId="LiveId" clId="{7D7D52C0-1FE2-42DA-B7DB-74465ED70E91}" dt="2022-04-06T10:40:01.394" v="774"/>
        <pc:sldMkLst>
          <pc:docMk/>
          <pc:sldMk cId="4149999989" sldId="279"/>
        </pc:sldMkLst>
      </pc:sldChg>
      <pc:sldChg chg="addSp delSp modSp add mod">
        <pc:chgData name="Adriano Borgatto" userId="e50a874dfa6d3f1a" providerId="LiveId" clId="{7D7D52C0-1FE2-42DA-B7DB-74465ED70E91}" dt="2022-04-05T20:03:55.263" v="772" actId="20577"/>
        <pc:sldMkLst>
          <pc:docMk/>
          <pc:sldMk cId="2194077890" sldId="280"/>
        </pc:sldMkLst>
      </pc:sldChg>
      <pc:sldChg chg="addSp modSp add mod">
        <pc:chgData name="Adriano Borgatto" userId="e50a874dfa6d3f1a" providerId="LiveId" clId="{7D7D52C0-1FE2-42DA-B7DB-74465ED70E91}" dt="2022-04-05T19:01:17.696" v="425" actId="1036"/>
        <pc:sldMkLst>
          <pc:docMk/>
          <pc:sldMk cId="4271188974" sldId="281"/>
        </pc:sldMkLst>
      </pc:sldChg>
    </pc:docChg>
  </pc:docChgLst>
  <pc:docChgLst>
    <pc:chgData name="Adriano Borgatto" userId="e50a874dfa6d3f1a" providerId="LiveId" clId="{FB73804C-91C8-4B7A-B66B-79DD50A88723}"/>
    <pc:docChg chg="undo custSel addSld delSld modSld sldOrd">
      <pc:chgData name="Adriano Borgatto" userId="e50a874dfa6d3f1a" providerId="LiveId" clId="{FB73804C-91C8-4B7A-B66B-79DD50A88723}" dt="2022-04-08T17:11:31.693" v="592" actId="6549"/>
      <pc:docMkLst>
        <pc:docMk/>
      </pc:docMkLst>
      <pc:sldChg chg="modSp mod">
        <pc:chgData name="Adriano Borgatto" userId="e50a874dfa6d3f1a" providerId="LiveId" clId="{FB73804C-91C8-4B7A-B66B-79DD50A88723}" dt="2022-04-07T13:08:59.149" v="20" actId="20577"/>
        <pc:sldMkLst>
          <pc:docMk/>
          <pc:sldMk cId="0" sldId="256"/>
        </pc:sldMkLst>
      </pc:sldChg>
      <pc:sldChg chg="addSp delSp modSp mod">
        <pc:chgData name="Adriano Borgatto" userId="e50a874dfa6d3f1a" providerId="LiveId" clId="{FB73804C-91C8-4B7A-B66B-79DD50A88723}" dt="2022-04-07T13:44:56.735" v="375" actId="207"/>
        <pc:sldMkLst>
          <pc:docMk/>
          <pc:sldMk cId="3945532463" sldId="272"/>
        </pc:sldMkLst>
      </pc:sldChg>
      <pc:sldChg chg="del">
        <pc:chgData name="Adriano Borgatto" userId="e50a874dfa6d3f1a" providerId="LiveId" clId="{FB73804C-91C8-4B7A-B66B-79DD50A88723}" dt="2022-04-07T13:09:23.550" v="56" actId="2696"/>
        <pc:sldMkLst>
          <pc:docMk/>
          <pc:sldMk cId="2744850784" sldId="273"/>
        </pc:sldMkLst>
      </pc:sldChg>
      <pc:sldChg chg="addSp modSp add mod ord">
        <pc:chgData name="Adriano Borgatto" userId="e50a874dfa6d3f1a" providerId="LiveId" clId="{FB73804C-91C8-4B7A-B66B-79DD50A88723}" dt="2022-04-07T13:31:52.098" v="78" actId="207"/>
        <pc:sldMkLst>
          <pc:docMk/>
          <pc:sldMk cId="3702831240" sldId="273"/>
        </pc:sldMkLst>
      </pc:sldChg>
      <pc:sldChg chg="addSp modSp add mod">
        <pc:chgData name="Adriano Borgatto" userId="e50a874dfa6d3f1a" providerId="LiveId" clId="{FB73804C-91C8-4B7A-B66B-79DD50A88723}" dt="2022-04-07T13:36:22.872" v="156" actId="255"/>
        <pc:sldMkLst>
          <pc:docMk/>
          <pc:sldMk cId="425106582" sldId="274"/>
        </pc:sldMkLst>
      </pc:sldChg>
      <pc:sldChg chg="del">
        <pc:chgData name="Adriano Borgatto" userId="e50a874dfa6d3f1a" providerId="LiveId" clId="{FB73804C-91C8-4B7A-B66B-79DD50A88723}" dt="2022-04-07T13:09:23.550" v="56" actId="2696"/>
        <pc:sldMkLst>
          <pc:docMk/>
          <pc:sldMk cId="1326634355" sldId="274"/>
        </pc:sldMkLst>
      </pc:sldChg>
      <pc:sldChg chg="addSp modSp add mod">
        <pc:chgData name="Adriano Borgatto" userId="e50a874dfa6d3f1a" providerId="LiveId" clId="{FB73804C-91C8-4B7A-B66B-79DD50A88723}" dt="2022-04-07T13:37:47.433" v="208" actId="948"/>
        <pc:sldMkLst>
          <pc:docMk/>
          <pc:sldMk cId="1744638904" sldId="275"/>
        </pc:sldMkLst>
      </pc:sldChg>
      <pc:sldChg chg="del">
        <pc:chgData name="Adriano Borgatto" userId="e50a874dfa6d3f1a" providerId="LiveId" clId="{FB73804C-91C8-4B7A-B66B-79DD50A88723}" dt="2022-04-07T13:09:23.550" v="56" actId="2696"/>
        <pc:sldMkLst>
          <pc:docMk/>
          <pc:sldMk cId="4202683642" sldId="275"/>
        </pc:sldMkLst>
      </pc:sldChg>
      <pc:sldChg chg="del">
        <pc:chgData name="Adriano Borgatto" userId="e50a874dfa6d3f1a" providerId="LiveId" clId="{FB73804C-91C8-4B7A-B66B-79DD50A88723}" dt="2022-04-07T13:09:23.550" v="56" actId="2696"/>
        <pc:sldMkLst>
          <pc:docMk/>
          <pc:sldMk cId="1359014504" sldId="276"/>
        </pc:sldMkLst>
      </pc:sldChg>
      <pc:sldChg chg="addSp delSp modSp add mod">
        <pc:chgData name="Adriano Borgatto" userId="e50a874dfa6d3f1a" providerId="LiveId" clId="{FB73804C-91C8-4B7A-B66B-79DD50A88723}" dt="2022-04-07T13:43:26.968" v="331" actId="20577"/>
        <pc:sldMkLst>
          <pc:docMk/>
          <pc:sldMk cId="1754844800" sldId="276"/>
        </pc:sldMkLst>
      </pc:sldChg>
      <pc:sldChg chg="del">
        <pc:chgData name="Adriano Borgatto" userId="e50a874dfa6d3f1a" providerId="LiveId" clId="{FB73804C-91C8-4B7A-B66B-79DD50A88723}" dt="2022-04-07T13:09:23.550" v="56" actId="2696"/>
        <pc:sldMkLst>
          <pc:docMk/>
          <pc:sldMk cId="2065482231" sldId="277"/>
        </pc:sldMkLst>
      </pc:sldChg>
      <pc:sldChg chg="addSp modSp add mod">
        <pc:chgData name="Adriano Borgatto" userId="e50a874dfa6d3f1a" providerId="LiveId" clId="{FB73804C-91C8-4B7A-B66B-79DD50A88723}" dt="2022-04-07T13:44:37.278" v="372" actId="207"/>
        <pc:sldMkLst>
          <pc:docMk/>
          <pc:sldMk cId="3451905350" sldId="277"/>
        </pc:sldMkLst>
      </pc:sldChg>
      <pc:sldChg chg="del">
        <pc:chgData name="Adriano Borgatto" userId="e50a874dfa6d3f1a" providerId="LiveId" clId="{FB73804C-91C8-4B7A-B66B-79DD50A88723}" dt="2022-04-07T13:09:23.550" v="56" actId="2696"/>
        <pc:sldMkLst>
          <pc:docMk/>
          <pc:sldMk cId="759727275" sldId="278"/>
        </pc:sldMkLst>
      </pc:sldChg>
      <pc:sldChg chg="addSp delSp modSp add mod">
        <pc:chgData name="Adriano Borgatto" userId="e50a874dfa6d3f1a" providerId="LiveId" clId="{FB73804C-91C8-4B7A-B66B-79DD50A88723}" dt="2022-04-07T13:49:34.319" v="434" actId="20577"/>
        <pc:sldMkLst>
          <pc:docMk/>
          <pc:sldMk cId="3499934131" sldId="278"/>
        </pc:sldMkLst>
      </pc:sldChg>
      <pc:sldChg chg="addSp modSp add mod">
        <pc:chgData name="Adriano Borgatto" userId="e50a874dfa6d3f1a" providerId="LiveId" clId="{FB73804C-91C8-4B7A-B66B-79DD50A88723}" dt="2022-04-07T13:58:06.878" v="568" actId="20577"/>
        <pc:sldMkLst>
          <pc:docMk/>
          <pc:sldMk cId="234747056" sldId="279"/>
        </pc:sldMkLst>
      </pc:sldChg>
      <pc:sldChg chg="del">
        <pc:chgData name="Adriano Borgatto" userId="e50a874dfa6d3f1a" providerId="LiveId" clId="{FB73804C-91C8-4B7A-B66B-79DD50A88723}" dt="2022-04-07T13:09:23.550" v="56" actId="2696"/>
        <pc:sldMkLst>
          <pc:docMk/>
          <pc:sldMk cId="874013943" sldId="279"/>
        </pc:sldMkLst>
      </pc:sldChg>
      <pc:sldChg chg="del">
        <pc:chgData name="Adriano Borgatto" userId="e50a874dfa6d3f1a" providerId="LiveId" clId="{FB73804C-91C8-4B7A-B66B-79DD50A88723}" dt="2022-04-07T13:09:23.550" v="56" actId="2696"/>
        <pc:sldMkLst>
          <pc:docMk/>
          <pc:sldMk cId="2032913519" sldId="280"/>
        </pc:sldMkLst>
      </pc:sldChg>
      <pc:sldChg chg="addSp modSp add mod">
        <pc:chgData name="Adriano Borgatto" userId="e50a874dfa6d3f1a" providerId="LiveId" clId="{FB73804C-91C8-4B7A-B66B-79DD50A88723}" dt="2022-04-08T17:11:31.693" v="592" actId="6549"/>
        <pc:sldMkLst>
          <pc:docMk/>
          <pc:sldMk cId="2495766766" sldId="280"/>
        </pc:sldMkLst>
      </pc:sldChg>
      <pc:sldChg chg="add del">
        <pc:chgData name="Adriano Borgatto" userId="e50a874dfa6d3f1a" providerId="LiveId" clId="{FB73804C-91C8-4B7A-B66B-79DD50A88723}" dt="2022-04-07T14:11:01.846" v="591" actId="2696"/>
        <pc:sldMkLst>
          <pc:docMk/>
          <pc:sldMk cId="2360324441" sldId="281"/>
        </pc:sldMkLst>
      </pc:sldChg>
      <pc:sldChg chg="del">
        <pc:chgData name="Adriano Borgatto" userId="e50a874dfa6d3f1a" providerId="LiveId" clId="{FB73804C-91C8-4B7A-B66B-79DD50A88723}" dt="2022-04-07T13:09:23.550" v="56" actId="2696"/>
        <pc:sldMkLst>
          <pc:docMk/>
          <pc:sldMk cId="2942240532" sldId="281"/>
        </pc:sldMkLst>
      </pc:sldChg>
      <pc:sldChg chg="addSp delSp modSp add mod">
        <pc:chgData name="Adriano Borgatto" userId="e50a874dfa6d3f1a" providerId="LiveId" clId="{FB73804C-91C8-4B7A-B66B-79DD50A88723}" dt="2022-04-07T13:39:34.603" v="236" actId="20577"/>
        <pc:sldMkLst>
          <pc:docMk/>
          <pc:sldMk cId="378397243" sldId="282"/>
        </pc:sldMkLst>
      </pc:sldChg>
      <pc:sldChg chg="del">
        <pc:chgData name="Adriano Borgatto" userId="e50a874dfa6d3f1a" providerId="LiveId" clId="{FB73804C-91C8-4B7A-B66B-79DD50A88723}" dt="2022-04-07T13:09:23.550" v="56" actId="2696"/>
        <pc:sldMkLst>
          <pc:docMk/>
          <pc:sldMk cId="4171676444" sldId="282"/>
        </pc:sldMkLst>
      </pc:sldChg>
    </pc:docChg>
  </pc:docChgLst>
  <pc:docChgLst>
    <pc:chgData name="Adriano Borgatto" userId="e50a874dfa6d3f1a" providerId="LiveId" clId="{9F9DCD29-9956-4F22-A46C-7019514C6B6B}"/>
    <pc:docChg chg="delSld">
      <pc:chgData name="Adriano Borgatto" userId="e50a874dfa6d3f1a" providerId="LiveId" clId="{9F9DCD29-9956-4F22-A46C-7019514C6B6B}" dt="2023-05-12T18:51:25.946" v="0" actId="47"/>
      <pc:docMkLst>
        <pc:docMk/>
      </pc:docMkLst>
      <pc:sldChg chg="del">
        <pc:chgData name="Adriano Borgatto" userId="e50a874dfa6d3f1a" providerId="LiveId" clId="{9F9DCD29-9956-4F22-A46C-7019514C6B6B}" dt="2023-05-12T18:51:25.946" v="0" actId="47"/>
        <pc:sldMkLst>
          <pc:docMk/>
          <pc:sldMk cId="2495766766" sldId="280"/>
        </pc:sldMkLst>
      </pc:sldChg>
    </pc:docChg>
  </pc:docChgLst>
  <pc:docChgLst>
    <pc:chgData name="Adriano Borgatto" userId="e50a874dfa6d3f1a" providerId="LiveId" clId="{DB312EFC-473C-46F4-9869-5058BFF29761}"/>
    <pc:docChg chg="delSld modSld">
      <pc:chgData name="Adriano Borgatto" userId="e50a874dfa6d3f1a" providerId="LiveId" clId="{DB312EFC-473C-46F4-9869-5058BFF29761}" dt="2022-03-25T10:55:51.031" v="187" actId="47"/>
      <pc:docMkLst>
        <pc:docMk/>
      </pc:docMkLst>
      <pc:sldChg chg="modSp mod">
        <pc:chgData name="Adriano Borgatto" userId="e50a874dfa6d3f1a" providerId="LiveId" clId="{DB312EFC-473C-46F4-9869-5058BFF29761}" dt="2022-03-25T10:54:52.446" v="175" actId="20577"/>
        <pc:sldMkLst>
          <pc:docMk/>
          <pc:sldMk cId="3323713584" sldId="269"/>
        </pc:sldMkLst>
      </pc:sldChg>
      <pc:sldChg chg="del">
        <pc:chgData name="Adriano Borgatto" userId="e50a874dfa6d3f1a" providerId="LiveId" clId="{DB312EFC-473C-46F4-9869-5058BFF29761}" dt="2022-03-25T10:55:10.503" v="176" actId="47"/>
        <pc:sldMkLst>
          <pc:docMk/>
          <pc:sldMk cId="2915427500" sldId="270"/>
        </pc:sldMkLst>
      </pc:sldChg>
      <pc:sldChg chg="del">
        <pc:chgData name="Adriano Borgatto" userId="e50a874dfa6d3f1a" providerId="LiveId" clId="{DB312EFC-473C-46F4-9869-5058BFF29761}" dt="2022-03-25T10:55:41.886" v="177" actId="47"/>
        <pc:sldMkLst>
          <pc:docMk/>
          <pc:sldMk cId="2242302329" sldId="273"/>
        </pc:sldMkLst>
      </pc:sldChg>
      <pc:sldChg chg="del">
        <pc:chgData name="Adriano Borgatto" userId="e50a874dfa6d3f1a" providerId="LiveId" clId="{DB312EFC-473C-46F4-9869-5058BFF29761}" dt="2022-03-25T10:55:43.574" v="178" actId="47"/>
        <pc:sldMkLst>
          <pc:docMk/>
          <pc:sldMk cId="1633450635" sldId="274"/>
        </pc:sldMkLst>
      </pc:sldChg>
      <pc:sldChg chg="del">
        <pc:chgData name="Adriano Borgatto" userId="e50a874dfa6d3f1a" providerId="LiveId" clId="{DB312EFC-473C-46F4-9869-5058BFF29761}" dt="2022-03-25T10:55:44.011" v="179" actId="47"/>
        <pc:sldMkLst>
          <pc:docMk/>
          <pc:sldMk cId="2013310454" sldId="275"/>
        </pc:sldMkLst>
      </pc:sldChg>
      <pc:sldChg chg="del">
        <pc:chgData name="Adriano Borgatto" userId="e50a874dfa6d3f1a" providerId="LiveId" clId="{DB312EFC-473C-46F4-9869-5058BFF29761}" dt="2022-03-25T10:55:44.495" v="180" actId="47"/>
        <pc:sldMkLst>
          <pc:docMk/>
          <pc:sldMk cId="2583529786" sldId="276"/>
        </pc:sldMkLst>
      </pc:sldChg>
      <pc:sldChg chg="del">
        <pc:chgData name="Adriano Borgatto" userId="e50a874dfa6d3f1a" providerId="LiveId" clId="{DB312EFC-473C-46F4-9869-5058BFF29761}" dt="2022-03-25T10:55:45.979" v="183" actId="47"/>
        <pc:sldMkLst>
          <pc:docMk/>
          <pc:sldMk cId="1339448667" sldId="277"/>
        </pc:sldMkLst>
      </pc:sldChg>
      <pc:sldChg chg="del">
        <pc:chgData name="Adriano Borgatto" userId="e50a874dfa6d3f1a" providerId="LiveId" clId="{DB312EFC-473C-46F4-9869-5058BFF29761}" dt="2022-03-25T10:55:48.073" v="185" actId="47"/>
        <pc:sldMkLst>
          <pc:docMk/>
          <pc:sldMk cId="2586773552" sldId="278"/>
        </pc:sldMkLst>
      </pc:sldChg>
      <pc:sldChg chg="del">
        <pc:chgData name="Adriano Borgatto" userId="e50a874dfa6d3f1a" providerId="LiveId" clId="{DB312EFC-473C-46F4-9869-5058BFF29761}" dt="2022-03-25T10:55:44.886" v="181" actId="47"/>
        <pc:sldMkLst>
          <pc:docMk/>
          <pc:sldMk cId="721540076" sldId="279"/>
        </pc:sldMkLst>
      </pc:sldChg>
      <pc:sldChg chg="del">
        <pc:chgData name="Adriano Borgatto" userId="e50a874dfa6d3f1a" providerId="LiveId" clId="{DB312EFC-473C-46F4-9869-5058BFF29761}" dt="2022-03-25T10:55:45.276" v="182" actId="47"/>
        <pc:sldMkLst>
          <pc:docMk/>
          <pc:sldMk cId="1462201852" sldId="280"/>
        </pc:sldMkLst>
      </pc:sldChg>
      <pc:sldChg chg="del">
        <pc:chgData name="Adriano Borgatto" userId="e50a874dfa6d3f1a" providerId="LiveId" clId="{DB312EFC-473C-46F4-9869-5058BFF29761}" dt="2022-03-25T10:55:46.917" v="184" actId="47"/>
        <pc:sldMkLst>
          <pc:docMk/>
          <pc:sldMk cId="1074258053" sldId="281"/>
        </pc:sldMkLst>
      </pc:sldChg>
      <pc:sldChg chg="del">
        <pc:chgData name="Adriano Borgatto" userId="e50a874dfa6d3f1a" providerId="LiveId" clId="{DB312EFC-473C-46F4-9869-5058BFF29761}" dt="2022-03-25T10:55:48.854" v="186" actId="47"/>
        <pc:sldMkLst>
          <pc:docMk/>
          <pc:sldMk cId="793995259" sldId="282"/>
        </pc:sldMkLst>
      </pc:sldChg>
      <pc:sldChg chg="del">
        <pc:chgData name="Adriano Borgatto" userId="e50a874dfa6d3f1a" providerId="LiveId" clId="{DB312EFC-473C-46F4-9869-5058BFF29761}" dt="2022-03-25T10:55:51.031" v="187" actId="47"/>
        <pc:sldMkLst>
          <pc:docMk/>
          <pc:sldMk cId="707468304" sldId="283"/>
        </pc:sldMkLst>
      </pc:sldChg>
    </pc:docChg>
  </pc:docChgLst>
  <pc:docChgLst>
    <pc:chgData name="Adriano Borgatto" userId="e50a874dfa6d3f1a" providerId="LiveId" clId="{A089B529-FE21-4D7C-BD58-AC6F4A145EB1}"/>
    <pc:docChg chg="custSel addSld delSld modSld">
      <pc:chgData name="Adriano Borgatto" userId="e50a874dfa6d3f1a" providerId="LiveId" clId="{A089B529-FE21-4D7C-BD58-AC6F4A145EB1}" dt="2022-04-04T12:38:48.790" v="1137" actId="47"/>
      <pc:docMkLst>
        <pc:docMk/>
      </pc:docMkLst>
      <pc:sldChg chg="modSp mod">
        <pc:chgData name="Adriano Borgatto" userId="e50a874dfa6d3f1a" providerId="LiveId" clId="{A089B529-FE21-4D7C-BD58-AC6F4A145EB1}" dt="2022-04-04T11:55:55.290" v="60" actId="20577"/>
        <pc:sldMkLst>
          <pc:docMk/>
          <pc:sldMk cId="0" sldId="256"/>
        </pc:sldMkLst>
      </pc:sldChg>
      <pc:sldChg chg="addSp delSp modSp mod">
        <pc:chgData name="Adriano Borgatto" userId="e50a874dfa6d3f1a" providerId="LiveId" clId="{A089B529-FE21-4D7C-BD58-AC6F4A145EB1}" dt="2022-04-04T12:07:39.517" v="306" actId="20577"/>
        <pc:sldMkLst>
          <pc:docMk/>
          <pc:sldMk cId="0" sldId="258"/>
        </pc:sldMkLst>
      </pc:sldChg>
      <pc:sldChg chg="addSp delSp modSp add mod">
        <pc:chgData name="Adriano Borgatto" userId="e50a874dfa6d3f1a" providerId="LiveId" clId="{A089B529-FE21-4D7C-BD58-AC6F4A145EB1}" dt="2022-04-04T12:09:43.340" v="335" actId="20577"/>
        <pc:sldMkLst>
          <pc:docMk/>
          <pc:sldMk cId="652844300" sldId="259"/>
        </pc:sldMkLst>
      </pc:sldChg>
      <pc:sldChg chg="addSp modSp add del mod">
        <pc:chgData name="Adriano Borgatto" userId="e50a874dfa6d3f1a" providerId="LiveId" clId="{A089B529-FE21-4D7C-BD58-AC6F4A145EB1}" dt="2022-04-04T12:10:03.763" v="336" actId="47"/>
        <pc:sldMkLst>
          <pc:docMk/>
          <pc:sldMk cId="3797606046" sldId="260"/>
        </pc:sldMkLst>
      </pc:sldChg>
      <pc:sldChg chg="addSp delSp modSp add mod">
        <pc:chgData name="Adriano Borgatto" userId="e50a874dfa6d3f1a" providerId="LiveId" clId="{A089B529-FE21-4D7C-BD58-AC6F4A145EB1}" dt="2022-04-04T12:10:19.684" v="338" actId="22"/>
        <pc:sldMkLst>
          <pc:docMk/>
          <pc:sldMk cId="374184503" sldId="261"/>
        </pc:sldMkLst>
      </pc:sldChg>
      <pc:sldChg chg="addSp delSp modSp add mod">
        <pc:chgData name="Adriano Borgatto" userId="e50a874dfa6d3f1a" providerId="LiveId" clId="{A089B529-FE21-4D7C-BD58-AC6F4A145EB1}" dt="2022-04-04T12:11:29.178" v="376" actId="22"/>
        <pc:sldMkLst>
          <pc:docMk/>
          <pc:sldMk cId="2611410075" sldId="262"/>
        </pc:sldMkLst>
      </pc:sldChg>
      <pc:sldChg chg="addSp delSp modSp add del mod">
        <pc:chgData name="Adriano Borgatto" userId="e50a874dfa6d3f1a" providerId="LiveId" clId="{A089B529-FE21-4D7C-BD58-AC6F4A145EB1}" dt="2022-04-04T12:13:28.027" v="391"/>
        <pc:sldMkLst>
          <pc:docMk/>
          <pc:sldMk cId="2831347756" sldId="263"/>
        </pc:sldMkLst>
      </pc:sldChg>
      <pc:sldChg chg="addSp modSp add del mod">
        <pc:chgData name="Adriano Borgatto" userId="e50a874dfa6d3f1a" providerId="LiveId" clId="{A089B529-FE21-4D7C-BD58-AC6F4A145EB1}" dt="2022-04-04T12:14:45.139" v="407" actId="22"/>
        <pc:sldMkLst>
          <pc:docMk/>
          <pc:sldMk cId="2014035416" sldId="264"/>
        </pc:sldMkLst>
      </pc:sldChg>
      <pc:sldChg chg="addSp delSp modSp add mod">
        <pc:chgData name="Adriano Borgatto" userId="e50a874dfa6d3f1a" providerId="LiveId" clId="{A089B529-FE21-4D7C-BD58-AC6F4A145EB1}" dt="2022-04-04T12:16:10.819" v="482" actId="1035"/>
        <pc:sldMkLst>
          <pc:docMk/>
          <pc:sldMk cId="4166837138" sldId="265"/>
        </pc:sldMkLst>
      </pc:sldChg>
      <pc:sldChg chg="addSp modSp add mod">
        <pc:chgData name="Adriano Borgatto" userId="e50a874dfa6d3f1a" providerId="LiveId" clId="{A089B529-FE21-4D7C-BD58-AC6F4A145EB1}" dt="2022-04-04T12:21:10.560" v="810" actId="122"/>
        <pc:sldMkLst>
          <pc:docMk/>
          <pc:sldMk cId="3072415336" sldId="266"/>
        </pc:sldMkLst>
      </pc:sldChg>
      <pc:sldChg chg="addSp modSp add mod">
        <pc:chgData name="Adriano Borgatto" userId="e50a874dfa6d3f1a" providerId="LiveId" clId="{A089B529-FE21-4D7C-BD58-AC6F4A145EB1}" dt="2022-04-04T12:30:15.950" v="840" actId="14100"/>
        <pc:sldMkLst>
          <pc:docMk/>
          <pc:sldMk cId="2207021074" sldId="267"/>
        </pc:sldMkLst>
      </pc:sldChg>
      <pc:sldChg chg="addSp modSp add mod">
        <pc:chgData name="Adriano Borgatto" userId="e50a874dfa6d3f1a" providerId="LiveId" clId="{A089B529-FE21-4D7C-BD58-AC6F4A145EB1}" dt="2022-04-04T12:38:45.041" v="1136" actId="14100"/>
        <pc:sldMkLst>
          <pc:docMk/>
          <pc:sldMk cId="1817576425" sldId="268"/>
        </pc:sldMkLst>
      </pc:sldChg>
      <pc:sldChg chg="add del">
        <pc:chgData name="Adriano Borgatto" userId="e50a874dfa6d3f1a" providerId="LiveId" clId="{A089B529-FE21-4D7C-BD58-AC6F4A145EB1}" dt="2022-04-04T12:38:48.790" v="1137" actId="47"/>
        <pc:sldMkLst>
          <pc:docMk/>
          <pc:sldMk cId="3323713584" sldId="269"/>
        </pc:sldMkLst>
      </pc:sldChg>
      <pc:sldChg chg="addSp delSp modSp add mod">
        <pc:chgData name="Adriano Borgatto" userId="e50a874dfa6d3f1a" providerId="LiveId" clId="{A089B529-FE21-4D7C-BD58-AC6F4A145EB1}" dt="2022-04-04T12:08:36.404" v="314" actId="22"/>
        <pc:sldMkLst>
          <pc:docMk/>
          <pc:sldMk cId="2915427500" sldId="270"/>
        </pc:sldMkLst>
      </pc:sldChg>
      <pc:sldChg chg="addSp add del mod">
        <pc:chgData name="Adriano Borgatto" userId="e50a874dfa6d3f1a" providerId="LiveId" clId="{A089B529-FE21-4D7C-BD58-AC6F4A145EB1}" dt="2022-04-04T12:11:46.312" v="377" actId="22"/>
        <pc:sldMkLst>
          <pc:docMk/>
          <pc:sldMk cId="2992579993" sldId="271"/>
        </pc:sldMkLst>
      </pc:sldChg>
      <pc:sldChg chg="addSp modSp add del mod">
        <pc:chgData name="Adriano Borgatto" userId="e50a874dfa6d3f1a" providerId="LiveId" clId="{A089B529-FE21-4D7C-BD58-AC6F4A145EB1}" dt="2022-04-04T12:12:27.285" v="382" actId="1037"/>
        <pc:sldMkLst>
          <pc:docMk/>
          <pc:sldMk cId="4281397298" sldId="272"/>
        </pc:sldMkLst>
      </pc:sldChg>
      <pc:sldChg chg="addSp modSp add mod">
        <pc:chgData name="Adriano Borgatto" userId="e50a874dfa6d3f1a" providerId="LiveId" clId="{A089B529-FE21-4D7C-BD58-AC6F4A145EB1}" dt="2022-04-04T12:12:50.569" v="388" actId="1037"/>
        <pc:sldMkLst>
          <pc:docMk/>
          <pc:sldMk cId="2242302329" sldId="273"/>
        </pc:sldMkLst>
      </pc:sldChg>
    </pc:docChg>
  </pc:docChgLst>
  <pc:docChgLst>
    <pc:chgData name="Adriano Borgatto" userId="e50a874dfa6d3f1a" providerId="LiveId" clId="{A5F0E77C-0219-4FFD-AB16-A4453083D37A}"/>
    <pc:docChg chg="undo custSel addSld delSld modSld">
      <pc:chgData name="Adriano Borgatto" userId="e50a874dfa6d3f1a" providerId="LiveId" clId="{A5F0E77C-0219-4FFD-AB16-A4453083D37A}" dt="2022-04-05T17:12:26.759" v="1086" actId="20577"/>
      <pc:docMkLst>
        <pc:docMk/>
      </pc:docMkLst>
      <pc:sldChg chg="modSp mod">
        <pc:chgData name="Adriano Borgatto" userId="e50a874dfa6d3f1a" providerId="LiveId" clId="{A5F0E77C-0219-4FFD-AB16-A4453083D37A}" dt="2022-04-05T16:20:32.011" v="171" actId="20577"/>
        <pc:sldMkLst>
          <pc:docMk/>
          <pc:sldMk cId="3945532463" sldId="272"/>
        </pc:sldMkLst>
      </pc:sldChg>
      <pc:sldChg chg="addSp delSp modSp add">
        <pc:chgData name="Adriano Borgatto" userId="e50a874dfa6d3f1a" providerId="LiveId" clId="{A5F0E77C-0219-4FFD-AB16-A4453083D37A}" dt="2022-04-05T16:19:52.911" v="166" actId="207"/>
        <pc:sldMkLst>
          <pc:docMk/>
          <pc:sldMk cId="1138795558" sldId="273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3174244307" sldId="273"/>
        </pc:sldMkLst>
      </pc:sldChg>
      <pc:sldChg chg="addSp delSp modSp add mod">
        <pc:chgData name="Adriano Borgatto" userId="e50a874dfa6d3f1a" providerId="LiveId" clId="{A5F0E77C-0219-4FFD-AB16-A4453083D37A}" dt="2022-04-05T16:29:01.099" v="294" actId="20577"/>
        <pc:sldMkLst>
          <pc:docMk/>
          <pc:sldMk cId="99944423" sldId="274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633450635" sldId="274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013310454" sldId="275"/>
        </pc:sldMkLst>
      </pc:sldChg>
      <pc:sldChg chg="addSp modSp add mod modAnim">
        <pc:chgData name="Adriano Borgatto" userId="e50a874dfa6d3f1a" providerId="LiveId" clId="{A5F0E77C-0219-4FFD-AB16-A4453083D37A}" dt="2022-04-05T16:32:45.680" v="329" actId="1035"/>
        <pc:sldMkLst>
          <pc:docMk/>
          <pc:sldMk cId="3378211107" sldId="275"/>
        </pc:sldMkLst>
      </pc:sldChg>
      <pc:sldChg chg="addSp modSp add mod">
        <pc:chgData name="Adriano Borgatto" userId="e50a874dfa6d3f1a" providerId="LiveId" clId="{A5F0E77C-0219-4FFD-AB16-A4453083D37A}" dt="2022-04-05T16:33:05.850" v="352" actId="1037"/>
        <pc:sldMkLst>
          <pc:docMk/>
          <pc:sldMk cId="1128200771" sldId="276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583529786" sldId="276"/>
        </pc:sldMkLst>
      </pc:sldChg>
      <pc:sldChg chg="addSp delSp modSp add mod">
        <pc:chgData name="Adriano Borgatto" userId="e50a874dfa6d3f1a" providerId="LiveId" clId="{A5F0E77C-0219-4FFD-AB16-A4453083D37A}" dt="2022-04-05T16:33:54.862" v="357" actId="1076"/>
        <pc:sldMkLst>
          <pc:docMk/>
          <pc:sldMk cId="1097531658" sldId="277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339448667" sldId="277"/>
        </pc:sldMkLst>
      </pc:sldChg>
      <pc:sldChg chg="addSp delSp modSp add mod">
        <pc:chgData name="Adriano Borgatto" userId="e50a874dfa6d3f1a" providerId="LiveId" clId="{A5F0E77C-0219-4FFD-AB16-A4453083D37A}" dt="2022-04-05T16:34:01.094" v="359"/>
        <pc:sldMkLst>
          <pc:docMk/>
          <pc:sldMk cId="75005195" sldId="278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586773552" sldId="278"/>
        </pc:sldMkLst>
      </pc:sldChg>
      <pc:sldChg chg="addSp delSp modSp add mod">
        <pc:chgData name="Adriano Borgatto" userId="e50a874dfa6d3f1a" providerId="LiveId" clId="{A5F0E77C-0219-4FFD-AB16-A4453083D37A}" dt="2022-04-05T16:36:16.351" v="406" actId="1076"/>
        <pc:sldMkLst>
          <pc:docMk/>
          <pc:sldMk cId="2192296426" sldId="279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444337337" sldId="279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742753214" sldId="280"/>
        </pc:sldMkLst>
      </pc:sldChg>
      <pc:sldChg chg="addSp delSp modSp add mod">
        <pc:chgData name="Adriano Borgatto" userId="e50a874dfa6d3f1a" providerId="LiveId" clId="{A5F0E77C-0219-4FFD-AB16-A4453083D37A}" dt="2022-04-05T16:42:21.231" v="522" actId="20577"/>
        <pc:sldMkLst>
          <pc:docMk/>
          <pc:sldMk cId="3599932880" sldId="280"/>
        </pc:sldMkLst>
      </pc:sldChg>
      <pc:sldChg chg="addSp delSp modSp add mod">
        <pc:chgData name="Adriano Borgatto" userId="e50a874dfa6d3f1a" providerId="LiveId" clId="{A5F0E77C-0219-4FFD-AB16-A4453083D37A}" dt="2022-04-05T16:44:14.803" v="569" actId="14100"/>
        <pc:sldMkLst>
          <pc:docMk/>
          <pc:sldMk cId="742994144" sldId="281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319835411" sldId="281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583429500" sldId="282"/>
        </pc:sldMkLst>
      </pc:sldChg>
      <pc:sldChg chg="addSp delSp modSp add mod">
        <pc:chgData name="Adriano Borgatto" userId="e50a874dfa6d3f1a" providerId="LiveId" clId="{A5F0E77C-0219-4FFD-AB16-A4453083D37A}" dt="2022-04-05T16:47:05.793" v="779" actId="1038"/>
        <pc:sldMkLst>
          <pc:docMk/>
          <pc:sldMk cId="2824057520" sldId="282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703279597" sldId="283"/>
        </pc:sldMkLst>
      </pc:sldChg>
      <pc:sldChg chg="addSp delSp modSp add mod">
        <pc:chgData name="Adriano Borgatto" userId="e50a874dfa6d3f1a" providerId="LiveId" clId="{A5F0E77C-0219-4FFD-AB16-A4453083D37A}" dt="2022-04-05T16:56:36.709" v="815" actId="962"/>
        <pc:sldMkLst>
          <pc:docMk/>
          <pc:sldMk cId="3195865450" sldId="283"/>
        </pc:sldMkLst>
      </pc:sldChg>
      <pc:sldChg chg="addSp modSp add mod">
        <pc:chgData name="Adriano Borgatto" userId="e50a874dfa6d3f1a" providerId="LiveId" clId="{A5F0E77C-0219-4FFD-AB16-A4453083D37A}" dt="2022-04-05T17:12:26.759" v="1086" actId="20577"/>
        <pc:sldMkLst>
          <pc:docMk/>
          <pc:sldMk cId="668276418" sldId="284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3136067746" sldId="284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1647466032" sldId="285"/>
        </pc:sldMkLst>
      </pc:sldChg>
      <pc:sldChg chg="modSp add del">
        <pc:chgData name="Adriano Borgatto" userId="e50a874dfa6d3f1a" providerId="LiveId" clId="{A5F0E77C-0219-4FFD-AB16-A4453083D37A}" dt="2022-04-05T16:32:19.729" v="295" actId="47"/>
        <pc:sldMkLst>
          <pc:docMk/>
          <pc:sldMk cId="2559623775" sldId="285"/>
        </pc:sldMkLst>
      </pc:sldChg>
      <pc:sldChg chg="del">
        <pc:chgData name="Adriano Borgatto" userId="e50a874dfa6d3f1a" providerId="LiveId" clId="{A5F0E77C-0219-4FFD-AB16-A4453083D37A}" dt="2022-04-05T16:19:24.112" v="147" actId="2696"/>
        <pc:sldMkLst>
          <pc:docMk/>
          <pc:sldMk cId="2498392080" sldId="290"/>
        </pc:sldMkLst>
      </pc:sldChg>
    </pc:docChg>
  </pc:docChgLst>
  <pc:docChgLst>
    <pc:chgData name="Adriano Borgatto" userId="e50a874dfa6d3f1a" providerId="LiveId" clId="{DE524013-6D21-4E19-BC9D-8384F6A01639}"/>
    <pc:docChg chg="modSld">
      <pc:chgData name="Adriano Borgatto" userId="e50a874dfa6d3f1a" providerId="LiveId" clId="{DE524013-6D21-4E19-BC9D-8384F6A01639}" dt="2022-03-08T12:53:01.291" v="6" actId="20577"/>
      <pc:docMkLst>
        <pc:docMk/>
      </pc:docMkLst>
      <pc:sldChg chg="modSp mod">
        <pc:chgData name="Adriano Borgatto" userId="e50a874dfa6d3f1a" providerId="LiveId" clId="{DE524013-6D21-4E19-BC9D-8384F6A01639}" dt="2022-03-08T12:53:01.291" v="6" actId="20577"/>
        <pc:sldMkLst>
          <pc:docMk/>
          <pc:sldMk cId="2013310454" sldId="275"/>
        </pc:sldMkLst>
      </pc:sldChg>
      <pc:sldChg chg="modSp mod">
        <pc:chgData name="Adriano Borgatto" userId="e50a874dfa6d3f1a" providerId="LiveId" clId="{DE524013-6D21-4E19-BC9D-8384F6A01639}" dt="2022-02-14T16:50:43.239" v="2" actId="20577"/>
        <pc:sldMkLst>
          <pc:docMk/>
          <pc:sldMk cId="707468304" sldId="283"/>
        </pc:sldMkLst>
      </pc:sldChg>
    </pc:docChg>
  </pc:docChgLst>
  <pc:docChgLst>
    <pc:chgData name="Adriano Borgatto" userId="e50a874dfa6d3f1a" providerId="LiveId" clId="{DE5301EE-E143-49CE-A301-3B82DD95FC54}"/>
    <pc:docChg chg="undo custSel addSld delSld modSld">
      <pc:chgData name="Adriano Borgatto" userId="e50a874dfa6d3f1a" providerId="LiveId" clId="{DE5301EE-E143-49CE-A301-3B82DD95FC54}" dt="2022-04-06T19:50:44.459" v="523" actId="1076"/>
      <pc:docMkLst>
        <pc:docMk/>
      </pc:docMkLst>
      <pc:sldChg chg="addSp delSp modSp mod">
        <pc:chgData name="Adriano Borgatto" userId="e50a874dfa6d3f1a" providerId="LiveId" clId="{DE5301EE-E143-49CE-A301-3B82DD95FC54}" dt="2022-04-06T19:14:29.350" v="63" actId="1035"/>
        <pc:sldMkLst>
          <pc:docMk/>
          <pc:sldMk cId="3945532463" sldId="272"/>
        </pc:sldMkLst>
      </pc:sldChg>
      <pc:sldChg chg="addSp delSp modSp add mod">
        <pc:chgData name="Adriano Borgatto" userId="e50a874dfa6d3f1a" providerId="LiveId" clId="{DE5301EE-E143-49CE-A301-3B82DD95FC54}" dt="2022-04-06T19:15:29.320" v="120" actId="1035"/>
        <pc:sldMkLst>
          <pc:docMk/>
          <pc:sldMk cId="2744850784" sldId="273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3698887128" sldId="273"/>
        </pc:sldMkLst>
      </pc:sldChg>
      <pc:sldChg chg="addSp delSp modSp add mod">
        <pc:chgData name="Adriano Borgatto" userId="e50a874dfa6d3f1a" providerId="LiveId" clId="{DE5301EE-E143-49CE-A301-3B82DD95FC54}" dt="2022-04-06T19:16:46" v="172" actId="1038"/>
        <pc:sldMkLst>
          <pc:docMk/>
          <pc:sldMk cId="1326634355" sldId="274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3230795952" sldId="274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502828303" sldId="275"/>
        </pc:sldMkLst>
      </pc:sldChg>
      <pc:sldChg chg="addSp modSp add">
        <pc:chgData name="Adriano Borgatto" userId="e50a874dfa6d3f1a" providerId="LiveId" clId="{DE5301EE-E143-49CE-A301-3B82DD95FC54}" dt="2022-04-06T19:17:11.367" v="187" actId="1036"/>
        <pc:sldMkLst>
          <pc:docMk/>
          <pc:sldMk cId="4202683642" sldId="275"/>
        </pc:sldMkLst>
      </pc:sldChg>
      <pc:sldChg chg="addSp modSp add mod">
        <pc:chgData name="Adriano Borgatto" userId="e50a874dfa6d3f1a" providerId="LiveId" clId="{DE5301EE-E143-49CE-A301-3B82DD95FC54}" dt="2022-04-06T19:17:33.810" v="213"/>
        <pc:sldMkLst>
          <pc:docMk/>
          <pc:sldMk cId="1359014504" sldId="276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1778712995" sldId="276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1543133925" sldId="277"/>
        </pc:sldMkLst>
      </pc:sldChg>
      <pc:sldChg chg="addSp delSp modSp add mod">
        <pc:chgData name="Adriano Borgatto" userId="e50a874dfa6d3f1a" providerId="LiveId" clId="{DE5301EE-E143-49CE-A301-3B82DD95FC54}" dt="2022-04-06T19:19:41.155" v="263"/>
        <pc:sldMkLst>
          <pc:docMk/>
          <pc:sldMk cId="2065482231" sldId="277"/>
        </pc:sldMkLst>
      </pc:sldChg>
      <pc:sldChg chg="addSp modSp add mod">
        <pc:chgData name="Adriano Borgatto" userId="e50a874dfa6d3f1a" providerId="LiveId" clId="{DE5301EE-E143-49CE-A301-3B82DD95FC54}" dt="2022-04-06T19:29:00.668" v="461" actId="1036"/>
        <pc:sldMkLst>
          <pc:docMk/>
          <pc:sldMk cId="759727275" sldId="278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2420561138" sldId="278"/>
        </pc:sldMkLst>
      </pc:sldChg>
      <pc:sldChg chg="addSp modSp add mod">
        <pc:chgData name="Adriano Borgatto" userId="e50a874dfa6d3f1a" providerId="LiveId" clId="{DE5301EE-E143-49CE-A301-3B82DD95FC54}" dt="2022-04-06T19:44:12.944" v="483"/>
        <pc:sldMkLst>
          <pc:docMk/>
          <pc:sldMk cId="874013943" sldId="279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4149999989" sldId="279"/>
        </pc:sldMkLst>
      </pc:sldChg>
      <pc:sldChg chg="addSp modSp add mod">
        <pc:chgData name="Adriano Borgatto" userId="e50a874dfa6d3f1a" providerId="LiveId" clId="{DE5301EE-E143-49CE-A301-3B82DD95FC54}" dt="2022-04-06T19:45:26.446" v="493" actId="1038"/>
        <pc:sldMkLst>
          <pc:docMk/>
          <pc:sldMk cId="2032913519" sldId="280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2194077890" sldId="280"/>
        </pc:sldMkLst>
      </pc:sldChg>
      <pc:sldChg chg="addSp modSp add mod">
        <pc:chgData name="Adriano Borgatto" userId="e50a874dfa6d3f1a" providerId="LiveId" clId="{DE5301EE-E143-49CE-A301-3B82DD95FC54}" dt="2022-04-06T19:49:24.615" v="507" actId="20577"/>
        <pc:sldMkLst>
          <pc:docMk/>
          <pc:sldMk cId="2942240532" sldId="281"/>
        </pc:sldMkLst>
      </pc:sldChg>
      <pc:sldChg chg="del">
        <pc:chgData name="Adriano Borgatto" userId="e50a874dfa6d3f1a" providerId="LiveId" clId="{DE5301EE-E143-49CE-A301-3B82DD95FC54}" dt="2022-04-06T19:13:56.902" v="23" actId="2696"/>
        <pc:sldMkLst>
          <pc:docMk/>
          <pc:sldMk cId="4271188974" sldId="281"/>
        </pc:sldMkLst>
      </pc:sldChg>
      <pc:sldChg chg="addSp modSp add mod">
        <pc:chgData name="Adriano Borgatto" userId="e50a874dfa6d3f1a" providerId="LiveId" clId="{DE5301EE-E143-49CE-A301-3B82DD95FC54}" dt="2022-04-06T19:50:44.459" v="523" actId="1076"/>
        <pc:sldMkLst>
          <pc:docMk/>
          <pc:sldMk cId="4171676444" sldId="282"/>
        </pc:sldMkLst>
      </pc:sldChg>
      <pc:sldChg chg="add del">
        <pc:chgData name="Adriano Borgatto" userId="e50a874dfa6d3f1a" providerId="LiveId" clId="{DE5301EE-E143-49CE-A301-3B82DD95FC54}" dt="2022-04-06T19:49:35.728" v="515" actId="47"/>
        <pc:sldMkLst>
          <pc:docMk/>
          <pc:sldMk cId="867960421" sldId="283"/>
        </pc:sldMkLst>
      </pc:sldChg>
    </pc:docChg>
  </pc:docChgLst>
  <pc:docChgLst>
    <pc:chgData name="Adriano Borgatto" userId="e50a874dfa6d3f1a" providerId="LiveId" clId="{2F3F8181-2672-42F6-B6AE-80B8568FAA7A}"/>
    <pc:docChg chg="undo custSel addSld delSld modSld">
      <pc:chgData name="Adriano Borgatto" userId="e50a874dfa6d3f1a" providerId="LiveId" clId="{2F3F8181-2672-42F6-B6AE-80B8568FAA7A}" dt="2022-04-04T19:11:21.987" v="1012" actId="2696"/>
      <pc:docMkLst>
        <pc:docMk/>
      </pc:docMkLst>
      <pc:sldChg chg="modSp mod">
        <pc:chgData name="Adriano Borgatto" userId="e50a874dfa6d3f1a" providerId="LiveId" clId="{2F3F8181-2672-42F6-B6AE-80B8568FAA7A}" dt="2022-04-04T17:24:38.463" v="19" actId="20577"/>
        <pc:sldMkLst>
          <pc:docMk/>
          <pc:sldMk cId="0" sldId="256"/>
        </pc:sldMkLst>
      </pc:sldChg>
      <pc:sldChg chg="addSp delSp modSp mod">
        <pc:chgData name="Adriano Borgatto" userId="e50a874dfa6d3f1a" providerId="LiveId" clId="{2F3F8181-2672-42F6-B6AE-80B8568FAA7A}" dt="2022-04-04T17:27:15.963" v="103" actId="6549"/>
        <pc:sldMkLst>
          <pc:docMk/>
          <pc:sldMk cId="0" sldId="258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1149392784" sldId="259"/>
        </pc:sldMkLst>
      </pc:sldChg>
      <pc:sldChg chg="addSp modSp add mod">
        <pc:chgData name="Adriano Borgatto" userId="e50a874dfa6d3f1a" providerId="LiveId" clId="{2F3F8181-2672-42F6-B6AE-80B8568FAA7A}" dt="2022-04-04T17:36:41.621" v="506" actId="113"/>
        <pc:sldMkLst>
          <pc:docMk/>
          <pc:sldMk cId="3697426403" sldId="259"/>
        </pc:sldMkLst>
      </pc:sldChg>
      <pc:sldChg chg="addSp modSp add">
        <pc:chgData name="Adriano Borgatto" userId="e50a874dfa6d3f1a" providerId="LiveId" clId="{2F3F8181-2672-42F6-B6AE-80B8568FAA7A}" dt="2022-04-04T17:29:09.381" v="120" actId="2711"/>
        <pc:sldMkLst>
          <pc:docMk/>
          <pc:sldMk cId="608067873" sldId="260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068761576" sldId="260"/>
        </pc:sldMkLst>
      </pc:sldChg>
      <pc:sldChg chg="addSp delSp modSp add mod">
        <pc:chgData name="Adriano Borgatto" userId="e50a874dfa6d3f1a" providerId="LiveId" clId="{2F3F8181-2672-42F6-B6AE-80B8568FAA7A}" dt="2022-04-04T17:52:45.325" v="609" actId="1037"/>
        <pc:sldMkLst>
          <pc:docMk/>
          <pc:sldMk cId="1802714433" sldId="261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273345463" sldId="261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926345594" sldId="262"/>
        </pc:sldMkLst>
      </pc:sldChg>
      <pc:sldChg chg="addSp modSp add mod">
        <pc:chgData name="Adriano Borgatto" userId="e50a874dfa6d3f1a" providerId="LiveId" clId="{2F3F8181-2672-42F6-B6AE-80B8568FAA7A}" dt="2022-04-04T17:50:52.447" v="596" actId="1037"/>
        <pc:sldMkLst>
          <pc:docMk/>
          <pc:sldMk cId="3606920721" sldId="262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647841580" sldId="263"/>
        </pc:sldMkLst>
      </pc:sldChg>
      <pc:sldChg chg="addSp modSp add mod">
        <pc:chgData name="Adriano Borgatto" userId="e50a874dfa6d3f1a" providerId="LiveId" clId="{2F3F8181-2672-42F6-B6AE-80B8568FAA7A}" dt="2022-04-04T18:22:13.527" v="787" actId="20577"/>
        <pc:sldMkLst>
          <pc:docMk/>
          <pc:sldMk cId="3258561624" sldId="263"/>
        </pc:sldMkLst>
      </pc:sldChg>
      <pc:sldChg chg="addSp modSp add mod">
        <pc:chgData name="Adriano Borgatto" userId="e50a874dfa6d3f1a" providerId="LiveId" clId="{2F3F8181-2672-42F6-B6AE-80B8568FAA7A}" dt="2022-04-04T18:26:37.167" v="807" actId="1076"/>
        <pc:sldMkLst>
          <pc:docMk/>
          <pc:sldMk cId="1411557354" sldId="264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634771876" sldId="264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69759791" sldId="265"/>
        </pc:sldMkLst>
      </pc:sldChg>
      <pc:sldChg chg="addSp modSp add mod">
        <pc:chgData name="Adriano Borgatto" userId="e50a874dfa6d3f1a" providerId="LiveId" clId="{2F3F8181-2672-42F6-B6AE-80B8568FAA7A}" dt="2022-04-04T18:29:12.771" v="840" actId="1035"/>
        <pc:sldMkLst>
          <pc:docMk/>
          <pc:sldMk cId="1261958913" sldId="265"/>
        </pc:sldMkLst>
      </pc:sldChg>
      <pc:sldChg chg="addSp modSp add mod">
        <pc:chgData name="Adriano Borgatto" userId="e50a874dfa6d3f1a" providerId="LiveId" clId="{2F3F8181-2672-42F6-B6AE-80B8568FAA7A}" dt="2022-04-04T18:30:45.166" v="881" actId="2711"/>
        <pc:sldMkLst>
          <pc:docMk/>
          <pc:sldMk cId="1092716401" sldId="266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364387731" sldId="266"/>
        </pc:sldMkLst>
      </pc:sldChg>
      <pc:sldChg chg="addSp modSp add mod">
        <pc:chgData name="Adriano Borgatto" userId="e50a874dfa6d3f1a" providerId="LiveId" clId="{2F3F8181-2672-42F6-B6AE-80B8568FAA7A}" dt="2022-04-04T18:35:27.277" v="935" actId="1036"/>
        <pc:sldMkLst>
          <pc:docMk/>
          <pc:sldMk cId="1510413036" sldId="267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303473955" sldId="267"/>
        </pc:sldMkLst>
      </pc:sldChg>
      <pc:sldChg chg="addSp modSp add mod">
        <pc:chgData name="Adriano Borgatto" userId="e50a874dfa6d3f1a" providerId="LiveId" clId="{2F3F8181-2672-42F6-B6AE-80B8568FAA7A}" dt="2022-04-04T18:37:24.249" v="975" actId="115"/>
        <pc:sldMkLst>
          <pc:docMk/>
          <pc:sldMk cId="85798788" sldId="268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1415369606" sldId="268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836620619" sldId="269"/>
        </pc:sldMkLst>
      </pc:sldChg>
      <pc:sldChg chg="addSp modSp add mod">
        <pc:chgData name="Adriano Borgatto" userId="e50a874dfa6d3f1a" providerId="LiveId" clId="{2F3F8181-2672-42F6-B6AE-80B8568FAA7A}" dt="2022-04-04T19:09:32.284" v="1011" actId="1035"/>
        <pc:sldMkLst>
          <pc:docMk/>
          <pc:sldMk cId="3845031216" sldId="269"/>
        </pc:sldMkLst>
      </pc:sldChg>
      <pc:sldChg chg="add del">
        <pc:chgData name="Adriano Borgatto" userId="e50a874dfa6d3f1a" providerId="LiveId" clId="{2F3F8181-2672-42F6-B6AE-80B8568FAA7A}" dt="2022-04-04T19:11:21.987" v="1012" actId="2696"/>
        <pc:sldMkLst>
          <pc:docMk/>
          <pc:sldMk cId="2196528455" sldId="270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908284636" sldId="270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934819853" sldId="271"/>
        </pc:sldMkLst>
      </pc:sldChg>
      <pc:sldChg chg="add del">
        <pc:chgData name="Adriano Borgatto" userId="e50a874dfa6d3f1a" providerId="LiveId" clId="{2F3F8181-2672-42F6-B6AE-80B8568FAA7A}" dt="2022-04-04T19:11:21.987" v="1012" actId="2696"/>
        <pc:sldMkLst>
          <pc:docMk/>
          <pc:sldMk cId="3739470776" sldId="27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1616F083-5C86-4226-B13F-D7DE54464347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0662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Clique para editar os estilos do texto mestre</a:t>
            </a:r>
          </a:p>
          <a:p>
            <a:pPr lvl="1"/>
            <a:r>
              <a:rPr lang="en-US" noProof="0"/>
              <a:t>Segundo nível</a:t>
            </a:r>
          </a:p>
          <a:p>
            <a:pPr lvl="2"/>
            <a:r>
              <a:rPr lang="en-US" noProof="0"/>
              <a:t>Terceiro nível</a:t>
            </a:r>
          </a:p>
          <a:p>
            <a:pPr lvl="3"/>
            <a:r>
              <a:rPr lang="en-US" noProof="0"/>
              <a:t>Quarto nível</a:t>
            </a:r>
          </a:p>
          <a:p>
            <a:pPr lvl="4"/>
            <a:r>
              <a:rPr lang="en-US" noProof="0"/>
              <a:t>Quinto nível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FB3165BA-3187-40A9-B705-41D131A16EDB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55984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0" y="6524625"/>
            <a:ext cx="9144000" cy="333375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0" y="6448425"/>
            <a:ext cx="9144000" cy="762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3352800" y="1493838"/>
            <a:ext cx="553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1400" b="1">
                <a:solidFill>
                  <a:schemeClr val="bg1"/>
                </a:solidFill>
                <a:latin typeface="Verdana" panose="020B0604030504040204" pitchFamily="34" charset="0"/>
              </a:rPr>
              <a:t>CMIP- Centro de Metrologia e Inovação em Processos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0" y="1447800"/>
            <a:ext cx="9144000" cy="3810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7" name="Text Box 19"/>
          <p:cNvSpPr txBox="1">
            <a:spLocks noChangeArrowheads="1"/>
          </p:cNvSpPr>
          <p:nvPr/>
        </p:nvSpPr>
        <p:spPr bwMode="auto">
          <a:xfrm>
            <a:off x="684213" y="1484313"/>
            <a:ext cx="7080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b="1">
                <a:solidFill>
                  <a:schemeClr val="bg1"/>
                </a:solidFill>
                <a:latin typeface="Verdana" panose="020B0604030504040204" pitchFamily="34" charset="0"/>
              </a:rPr>
              <a:t>UFSC- UNIVERSIDADE FEDERAL DE SANTA CATARINA</a:t>
            </a:r>
          </a:p>
        </p:txBody>
      </p:sp>
      <p:pic>
        <p:nvPicPr>
          <p:cNvPr id="8" name="Picture 2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0"/>
            <a:ext cx="1230313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7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0"/>
            <a:ext cx="1476375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088" y="2781300"/>
            <a:ext cx="7772400" cy="1685925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322133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5456201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92589050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4497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4497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6493696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26774256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74236159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15759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74970313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59102506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5356438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38925" y="908050"/>
            <a:ext cx="2058988" cy="521811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908050"/>
            <a:ext cx="6029325" cy="521811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415675455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908050"/>
            <a:ext cx="8240713" cy="521811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3904433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313" y="908050"/>
            <a:ext cx="8229600" cy="4572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457200" y="1628775"/>
            <a:ext cx="8229600" cy="4497388"/>
          </a:xfrm>
        </p:spPr>
        <p:txBody>
          <a:bodyPr/>
          <a:lstStyle/>
          <a:p>
            <a:pPr lv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87119787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908050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449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8"/>
          <p:cNvSpPr>
            <a:spLocks noChangeArrowheads="1"/>
          </p:cNvSpPr>
          <p:nvPr/>
        </p:nvSpPr>
        <p:spPr bwMode="auto">
          <a:xfrm>
            <a:off x="8686800" y="0"/>
            <a:ext cx="457200" cy="60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29" name="Rectangle 10"/>
          <p:cNvSpPr>
            <a:spLocks noChangeArrowheads="1"/>
          </p:cNvSpPr>
          <p:nvPr/>
        </p:nvSpPr>
        <p:spPr bwMode="auto">
          <a:xfrm>
            <a:off x="0" y="609600"/>
            <a:ext cx="9144000" cy="76200"/>
          </a:xfrm>
          <a:prstGeom prst="rect">
            <a:avLst/>
          </a:prstGeom>
          <a:solidFill>
            <a:srgbClr val="336699"/>
          </a:solidFill>
          <a:ln w="9525">
            <a:solidFill>
              <a:srgbClr val="336699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0" name="Rectangle 11"/>
          <p:cNvSpPr>
            <a:spLocks noChangeArrowheads="1"/>
          </p:cNvSpPr>
          <p:nvPr/>
        </p:nvSpPr>
        <p:spPr bwMode="auto">
          <a:xfrm>
            <a:off x="0" y="685800"/>
            <a:ext cx="9144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1" name="Rectangle 12"/>
          <p:cNvSpPr>
            <a:spLocks noChangeArrowheads="1"/>
          </p:cNvSpPr>
          <p:nvPr/>
        </p:nvSpPr>
        <p:spPr bwMode="auto">
          <a:xfrm>
            <a:off x="0" y="685800"/>
            <a:ext cx="9172575" cy="76200"/>
          </a:xfrm>
          <a:prstGeom prst="rect">
            <a:avLst/>
          </a:prstGeom>
          <a:solidFill>
            <a:srgbClr val="00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2" name="Rectangle 14"/>
          <p:cNvSpPr>
            <a:spLocks noChangeArrowheads="1"/>
          </p:cNvSpPr>
          <p:nvPr/>
        </p:nvSpPr>
        <p:spPr bwMode="auto">
          <a:xfrm>
            <a:off x="0" y="6524625"/>
            <a:ext cx="9144000" cy="333375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3" name="Rectangle 15"/>
          <p:cNvSpPr>
            <a:spLocks noChangeArrowheads="1"/>
          </p:cNvSpPr>
          <p:nvPr/>
        </p:nvSpPr>
        <p:spPr bwMode="auto">
          <a:xfrm>
            <a:off x="0" y="6448425"/>
            <a:ext cx="9144000" cy="762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4000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0"/>
        </a:spcBef>
        <a:spcAft>
          <a:spcPct val="40000"/>
        </a:spcAft>
        <a:buChar char="–"/>
        <a:defRPr sz="22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0"/>
        </a:spcBef>
        <a:spcAft>
          <a:spcPct val="40000"/>
        </a:spcAft>
        <a:buChar char="•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0"/>
        </a:spcBef>
        <a:spcAft>
          <a:spcPct val="4000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2"/>
          <p:cNvSpPr>
            <a:spLocks noGrp="1" noChangeArrowheads="1"/>
          </p:cNvSpPr>
          <p:nvPr>
            <p:ph type="ctrTitle"/>
          </p:nvPr>
        </p:nvSpPr>
        <p:spPr>
          <a:xfrm>
            <a:off x="396627" y="2183958"/>
            <a:ext cx="8351837" cy="2031325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pt-BR" altLang="pt-BR" sz="3400" dirty="0"/>
              <a:t>Técnicas Estatísticas de Predição</a:t>
            </a:r>
            <a:br>
              <a:rPr lang="pt-BR" altLang="pt-BR" sz="3400" dirty="0"/>
            </a:br>
            <a:r>
              <a:rPr lang="pt-BR" altLang="pt-BR" sz="2200" b="0" dirty="0"/>
              <a:t>Sistemas de Informação</a:t>
            </a:r>
            <a:br>
              <a:rPr lang="pt-BR" altLang="pt-BR" sz="2200" b="0" dirty="0"/>
            </a:br>
            <a:br>
              <a:rPr lang="pt-BR" altLang="pt-BR" sz="2200" b="0" dirty="0"/>
            </a:br>
            <a:r>
              <a:rPr lang="pt-BR" altLang="pt-BR" sz="2200" b="0">
                <a:solidFill>
                  <a:srgbClr val="FF0000"/>
                </a:solidFill>
              </a:rPr>
              <a:t>Aula 18</a:t>
            </a:r>
            <a:br>
              <a:rPr lang="pt-BR" altLang="pt-BR" sz="2200" b="0" dirty="0">
                <a:solidFill>
                  <a:srgbClr val="FF0000"/>
                </a:solidFill>
              </a:rPr>
            </a:br>
            <a:br>
              <a:rPr lang="pt-BR" altLang="pt-BR" sz="600" b="0" dirty="0">
                <a:solidFill>
                  <a:srgbClr val="FF0000"/>
                </a:solidFill>
              </a:rPr>
            </a:br>
            <a:r>
              <a:rPr lang="pt-BR" altLang="pt-BR" sz="2000" b="0" dirty="0">
                <a:solidFill>
                  <a:schemeClr val="tx1"/>
                </a:solidFill>
              </a:rPr>
              <a:t>Seleção de Variáveis</a:t>
            </a:r>
            <a:endParaRPr lang="pt-BR" altLang="pt-BR" sz="2000" dirty="0">
              <a:solidFill>
                <a:schemeClr val="tx1"/>
              </a:solidFill>
            </a:endParaRP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2890366" y="4905375"/>
            <a:ext cx="3625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pt-BR" altLang="pt-BR" dirty="0">
                <a:cs typeface="Times New Roman" pitchFamily="18" charset="0"/>
              </a:rPr>
              <a:t>ADRIANO FERRETI BORGATTO</a:t>
            </a:r>
            <a:endParaRPr lang="pt-BR" altLang="pt-BR" sz="28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1625049" y="142875"/>
            <a:ext cx="58352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Métodos de Seleção de Variáveis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8DA5DC5-E98D-421B-89E8-33849677A672}"/>
              </a:ext>
            </a:extLst>
          </p:cNvPr>
          <p:cNvSpPr txBox="1"/>
          <p:nvPr/>
        </p:nvSpPr>
        <p:spPr>
          <a:xfrm>
            <a:off x="428625" y="1077118"/>
            <a:ext cx="8001000" cy="523220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pt-BR" sz="2400" dirty="0"/>
              <a:t> Na regressão múltipla podemos decidir se devemos incluir todas as variáveis disponíveis, ou apenas incluir um subconjunto dessas variáveis.</a:t>
            </a:r>
          </a:p>
          <a:p>
            <a:pPr algn="just">
              <a:spcAft>
                <a:spcPts val="1200"/>
              </a:spcAft>
              <a:buFont typeface="Wingdings" pitchFamily="2" charset="2"/>
              <a:buChar char="§"/>
              <a:defRPr/>
            </a:pPr>
            <a:r>
              <a:rPr lang="pt-BR" sz="2400" dirty="0"/>
              <a:t> Existem vários procedimentos para incluir ou não as variáveis ao modelo:</a:t>
            </a:r>
          </a:p>
          <a:p>
            <a:pPr marL="540000" algn="just">
              <a:spcAft>
                <a:spcPts val="1200"/>
              </a:spcAft>
              <a:buFont typeface="Wingdings" pitchFamily="2" charset="2"/>
              <a:buChar char="ü"/>
              <a:defRPr/>
            </a:pPr>
            <a:r>
              <a:rPr lang="pt-BR" sz="2400" dirty="0"/>
              <a:t>  Todas as regressões possíveis;</a:t>
            </a:r>
          </a:p>
          <a:p>
            <a:pPr marL="540000" algn="just">
              <a:spcAft>
                <a:spcPts val="1200"/>
              </a:spcAft>
              <a:buFont typeface="Wingdings" pitchFamily="2" charset="2"/>
              <a:buChar char="ü"/>
              <a:defRPr/>
            </a:pPr>
            <a:r>
              <a:rPr lang="pt-BR" sz="2400" dirty="0"/>
              <a:t>  Método </a:t>
            </a:r>
            <a:r>
              <a:rPr lang="pt-BR" sz="2400" dirty="0" err="1"/>
              <a:t>Forward</a:t>
            </a:r>
            <a:r>
              <a:rPr lang="pt-BR" sz="2400" dirty="0"/>
              <a:t> (passo a frente);</a:t>
            </a:r>
          </a:p>
          <a:p>
            <a:pPr marL="540000" algn="just">
              <a:spcAft>
                <a:spcPts val="1200"/>
              </a:spcAft>
              <a:buFont typeface="Wingdings" pitchFamily="2" charset="2"/>
              <a:buChar char="ü"/>
              <a:defRPr/>
            </a:pPr>
            <a:r>
              <a:rPr lang="pt-BR" sz="2400" dirty="0"/>
              <a:t>  Método </a:t>
            </a:r>
            <a:r>
              <a:rPr lang="pt-BR" sz="2400" dirty="0" err="1"/>
              <a:t>Backward</a:t>
            </a:r>
            <a:r>
              <a:rPr lang="pt-BR" sz="2400" dirty="0"/>
              <a:t> (passo atrás);</a:t>
            </a:r>
          </a:p>
          <a:p>
            <a:pPr marL="540000" algn="just">
              <a:spcAft>
                <a:spcPts val="1200"/>
              </a:spcAft>
              <a:buFont typeface="Wingdings" pitchFamily="2" charset="2"/>
              <a:buChar char="ü"/>
              <a:defRPr/>
            </a:pPr>
            <a:r>
              <a:rPr lang="pt-BR" sz="2400" dirty="0"/>
              <a:t>  Método </a:t>
            </a:r>
            <a:r>
              <a:rPr lang="pt-BR" sz="2400" dirty="0" err="1"/>
              <a:t>Stepwise</a:t>
            </a:r>
            <a:r>
              <a:rPr lang="pt-BR" sz="2400" dirty="0"/>
              <a:t> (passo a passo).</a:t>
            </a:r>
          </a:p>
          <a:p>
            <a:pPr algn="just">
              <a:spcAft>
                <a:spcPts val="1200"/>
              </a:spcAft>
              <a:defRPr/>
            </a:pPr>
            <a:r>
              <a:rPr lang="pt-BR" sz="2400" dirty="0"/>
              <a:t>	</a:t>
            </a:r>
          </a:p>
          <a:p>
            <a:pPr algn="just">
              <a:spcAft>
                <a:spcPts val="1200"/>
              </a:spcAft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70283124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1625049" y="142875"/>
            <a:ext cx="58352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Métodos de Seleção de Variáveis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2A25D62-7D04-43AA-B878-7F027C1C8005}"/>
              </a:ext>
            </a:extLst>
          </p:cNvPr>
          <p:cNvSpPr txBox="1">
            <a:spLocks noChangeArrowheads="1"/>
          </p:cNvSpPr>
          <p:nvPr/>
        </p:nvSpPr>
        <p:spPr>
          <a:xfrm>
            <a:off x="295275" y="764704"/>
            <a:ext cx="8553450" cy="532859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  <a:buFontTx/>
              <a:buChar char="-"/>
              <a:defRPr/>
            </a:pPr>
            <a:r>
              <a:rPr lang="pt-BR" sz="2400" kern="0" dirty="0" err="1">
                <a:solidFill>
                  <a:schemeClr val="accent2"/>
                </a:solidFill>
                <a:latin typeface="Arial (Corpo)"/>
                <a:ea typeface="+mj-ea"/>
                <a:cs typeface="+mj-cs"/>
              </a:rPr>
              <a:t>Backward</a:t>
            </a:r>
            <a:endParaRPr lang="pt-BR" sz="2400" kern="0" dirty="0">
              <a:solidFill>
                <a:schemeClr val="accent2"/>
              </a:solidFill>
              <a:latin typeface="Arial (Corpo)"/>
              <a:ea typeface="+mj-ea"/>
              <a:cs typeface="+mj-cs"/>
            </a:endParaRPr>
          </a:p>
          <a:p>
            <a:pPr>
              <a:spcAft>
                <a:spcPts val="1800"/>
              </a:spcAft>
              <a:defRPr/>
            </a:pPr>
            <a:r>
              <a:rPr lang="pt-BR" sz="2400" kern="0" dirty="0">
                <a:latin typeface="Arial (Corpo)"/>
                <a:ea typeface="+mj-ea"/>
                <a:cs typeface="+mj-cs"/>
              </a:rPr>
              <a:t>Inicia-se com o modelo com todas as variáveis e retira-se variáveis, uma a uma de acordo com algum critério.</a:t>
            </a:r>
          </a:p>
          <a:p>
            <a:pPr>
              <a:lnSpc>
                <a:spcPct val="150000"/>
              </a:lnSpc>
              <a:buFontTx/>
              <a:buChar char="-"/>
              <a:defRPr/>
            </a:pPr>
            <a:r>
              <a:rPr lang="pt-BR" sz="2400" kern="0" dirty="0" err="1">
                <a:solidFill>
                  <a:schemeClr val="accent2"/>
                </a:solidFill>
                <a:latin typeface="Arial (Corpo)"/>
                <a:ea typeface="+mj-ea"/>
                <a:cs typeface="+mj-cs"/>
              </a:rPr>
              <a:t>Forward</a:t>
            </a:r>
            <a:endParaRPr lang="pt-BR" sz="2400" kern="0" dirty="0">
              <a:solidFill>
                <a:schemeClr val="accent2"/>
              </a:solidFill>
              <a:latin typeface="Arial (Corpo)"/>
              <a:ea typeface="+mj-ea"/>
              <a:cs typeface="+mj-cs"/>
            </a:endParaRPr>
          </a:p>
          <a:p>
            <a:pPr>
              <a:spcAft>
                <a:spcPts val="1800"/>
              </a:spcAft>
              <a:defRPr/>
            </a:pPr>
            <a:r>
              <a:rPr lang="pt-BR" sz="2400" kern="0" dirty="0">
                <a:latin typeface="Arial (Corpo)"/>
                <a:ea typeface="+mj-ea"/>
                <a:cs typeface="+mj-cs"/>
              </a:rPr>
              <a:t>Inicia-se com o modelo com uma variável e acrescenta-se variáveis, uma a uma de acordo com algum critério.</a:t>
            </a:r>
          </a:p>
          <a:p>
            <a:pPr>
              <a:lnSpc>
                <a:spcPct val="150000"/>
              </a:lnSpc>
              <a:buFontTx/>
              <a:buChar char="-"/>
              <a:defRPr/>
            </a:pPr>
            <a:r>
              <a:rPr lang="pt-BR" sz="2400" kern="0" dirty="0" err="1">
                <a:solidFill>
                  <a:schemeClr val="accent2"/>
                </a:solidFill>
                <a:latin typeface="Arial (Corpo)"/>
                <a:ea typeface="+mj-ea"/>
                <a:cs typeface="+mj-cs"/>
              </a:rPr>
              <a:t>Stepwise</a:t>
            </a:r>
            <a:endParaRPr lang="pt-BR" sz="2400" kern="0" dirty="0">
              <a:solidFill>
                <a:schemeClr val="accent2"/>
              </a:solidFill>
              <a:latin typeface="Arial (Corpo)"/>
              <a:ea typeface="+mj-ea"/>
              <a:cs typeface="+mj-cs"/>
            </a:endParaRPr>
          </a:p>
          <a:p>
            <a:pPr>
              <a:defRPr/>
            </a:pPr>
            <a:r>
              <a:rPr lang="pt-BR" sz="2400" kern="0" dirty="0">
                <a:latin typeface="Arial (Corpo)"/>
                <a:ea typeface="+mj-ea"/>
                <a:cs typeface="+mj-cs"/>
              </a:rPr>
              <a:t>Inicia-se com o modelo com uma variável e acrescenta-se variáveis, uma a uma de acordo com algum critério e retira-se as variáveis já incluídas no modelo de acordo com algum critério.</a:t>
            </a:r>
          </a:p>
          <a:p>
            <a:pPr>
              <a:lnSpc>
                <a:spcPct val="150000"/>
              </a:lnSpc>
              <a:buFontTx/>
              <a:buChar char="-"/>
              <a:defRPr/>
            </a:pPr>
            <a:endParaRPr lang="pt-BR" sz="2400" kern="0" dirty="0">
              <a:solidFill>
                <a:srgbClr val="003300"/>
              </a:solidFill>
              <a:latin typeface="Arial (Corpo)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4553246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1605019" y="142875"/>
            <a:ext cx="58753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Métodos </a:t>
            </a:r>
            <a:r>
              <a:rPr lang="pt-BR" sz="2400" b="1" dirty="0" err="1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Backward</a:t>
            </a: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(passo atrás)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6208CCE-97B6-4268-8F20-4FAA14CF78D5}"/>
              </a:ext>
            </a:extLst>
          </p:cNvPr>
          <p:cNvSpPr txBox="1"/>
          <p:nvPr/>
        </p:nvSpPr>
        <p:spPr>
          <a:xfrm>
            <a:off x="395536" y="1124744"/>
            <a:ext cx="8001000" cy="415498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2400"/>
              </a:spcAft>
              <a:buFont typeface="Wingdings" pitchFamily="2" charset="2"/>
              <a:buChar char="Ø"/>
              <a:defRPr/>
            </a:pPr>
            <a:r>
              <a:rPr lang="pt-BR" sz="2800" dirty="0"/>
              <a:t> Neste método incorporam-se inicialmente todas as variáveis em um modelo de regressão linear múltipla;</a:t>
            </a:r>
          </a:p>
          <a:p>
            <a:pPr algn="just">
              <a:spcAft>
                <a:spcPts val="2400"/>
              </a:spcAft>
              <a:buFont typeface="Wingdings" pitchFamily="2" charset="2"/>
              <a:buChar char="Ø"/>
              <a:defRPr/>
            </a:pPr>
            <a:r>
              <a:rPr lang="pt-BR" sz="2800" dirty="0"/>
              <a:t> Percorrem-se etapas, nas quais uma variável por vez pode vir a ser eliminada;</a:t>
            </a:r>
          </a:p>
          <a:p>
            <a:pPr algn="just"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pt-BR" sz="2800" dirty="0"/>
              <a:t> Se em cada etapa não houver eliminação de alguma variável, o processo é interrompido e as variáveis restante definem o modelo final.</a:t>
            </a:r>
          </a:p>
        </p:txBody>
      </p:sp>
    </p:spTree>
    <p:extLst>
      <p:ext uri="{BB962C8B-B14F-4D97-AF65-F5344CB8AC3E}">
        <p14:creationId xmlns:p14="http://schemas.microsoft.com/office/powerpoint/2010/main" val="42510658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1605019" y="142875"/>
            <a:ext cx="58753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Métodos </a:t>
            </a:r>
            <a:r>
              <a:rPr lang="pt-BR" sz="2400" b="1" dirty="0" err="1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Backward</a:t>
            </a: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(passo atrás)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BF9D687-E8A0-4C44-AE32-FF632D994CA8}"/>
              </a:ext>
            </a:extLst>
          </p:cNvPr>
          <p:cNvSpPr txBox="1"/>
          <p:nvPr/>
        </p:nvSpPr>
        <p:spPr>
          <a:xfrm>
            <a:off x="251520" y="980728"/>
            <a:ext cx="828092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2400"/>
              </a:spcAft>
              <a:defRPr/>
            </a:pPr>
            <a:r>
              <a:rPr lang="pt-BR" sz="2800" dirty="0">
                <a:solidFill>
                  <a:schemeClr val="accent2"/>
                </a:solidFill>
              </a:rPr>
              <a:t>Passo 1)</a:t>
            </a:r>
            <a:r>
              <a:rPr lang="pt-BR" sz="2800" dirty="0"/>
              <a:t> ajustar o modelo completo de </a:t>
            </a:r>
            <a:r>
              <a:rPr lang="pt-BR" sz="2800" i="1" dirty="0"/>
              <a:t>k</a:t>
            </a:r>
            <a:r>
              <a:rPr lang="pt-BR" sz="2800" dirty="0"/>
              <a:t> variáveis;</a:t>
            </a:r>
          </a:p>
          <a:p>
            <a:pPr algn="just">
              <a:spcAft>
                <a:spcPts val="2400"/>
              </a:spcAft>
              <a:defRPr/>
            </a:pPr>
            <a:r>
              <a:rPr lang="pt-BR" sz="2800" dirty="0">
                <a:solidFill>
                  <a:schemeClr val="accent2"/>
                </a:solidFill>
              </a:rPr>
              <a:t>Passo 2) </a:t>
            </a:r>
            <a:r>
              <a:rPr lang="pt-BR" sz="2800" dirty="0"/>
              <a:t>retirar do modelo completo a variável que sem ela o modelo possui o menor </a:t>
            </a:r>
            <a:r>
              <a:rPr lang="pt-BR" sz="2800" i="1" dirty="0"/>
              <a:t>AIC</a:t>
            </a:r>
            <a:r>
              <a:rPr lang="pt-BR" sz="2800" dirty="0"/>
              <a:t>. Caso o modelo sem a variável apresente </a:t>
            </a:r>
            <a:r>
              <a:rPr lang="pt-BR" sz="2800" i="1" dirty="0"/>
              <a:t>AIC</a:t>
            </a:r>
            <a:r>
              <a:rPr lang="pt-BR" sz="2800" dirty="0"/>
              <a:t> maior do que o último modelo ajustado</a:t>
            </a:r>
            <a:r>
              <a:rPr lang="pt-BR" sz="2800" i="1" dirty="0">
                <a:sym typeface="Symbol"/>
              </a:rPr>
              <a:t>,</a:t>
            </a:r>
            <a:r>
              <a:rPr lang="pt-BR" sz="2800" dirty="0"/>
              <a:t> o processo é interrompido e o modelo final é selecionado;</a:t>
            </a:r>
          </a:p>
          <a:p>
            <a:pPr algn="just">
              <a:spcAft>
                <a:spcPts val="1200"/>
              </a:spcAft>
              <a:defRPr/>
            </a:pPr>
            <a:r>
              <a:rPr lang="pt-BR" sz="2800" dirty="0">
                <a:solidFill>
                  <a:schemeClr val="accent2"/>
                </a:solidFill>
              </a:rPr>
              <a:t>Passo 3)</a:t>
            </a:r>
            <a:r>
              <a:rPr lang="pt-BR" sz="2800" dirty="0"/>
              <a:t> ajustar o modelo com </a:t>
            </a:r>
            <a:r>
              <a:rPr lang="pt-BR" sz="2800" i="1" dirty="0"/>
              <a:t>k-1</a:t>
            </a:r>
            <a:r>
              <a:rPr lang="pt-BR" sz="2800" dirty="0"/>
              <a:t> variáveis e voltar ao passo 2.</a:t>
            </a:r>
          </a:p>
        </p:txBody>
      </p:sp>
    </p:spTree>
    <p:extLst>
      <p:ext uri="{BB962C8B-B14F-4D97-AF65-F5344CB8AC3E}">
        <p14:creationId xmlns:p14="http://schemas.microsoft.com/office/powerpoint/2010/main" val="37839724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1588988" y="142875"/>
            <a:ext cx="59073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Método </a:t>
            </a:r>
            <a:r>
              <a:rPr lang="pt-BR" sz="2400" b="1" dirty="0" err="1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Forward</a:t>
            </a: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(passo a frente)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42A6C43-28CC-49B5-81E2-0BFE0EA90362}"/>
              </a:ext>
            </a:extLst>
          </p:cNvPr>
          <p:cNvSpPr txBox="1"/>
          <p:nvPr/>
        </p:nvSpPr>
        <p:spPr>
          <a:xfrm>
            <a:off x="179512" y="980728"/>
            <a:ext cx="864095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2400"/>
              </a:spcAft>
              <a:defRPr/>
            </a:pPr>
            <a:r>
              <a:rPr lang="pt-BR" sz="2800" dirty="0"/>
              <a:t>Considera-se inicialmente um modelo de regressão linear simples, usando como variável auxiliar (X), aquela de menor </a:t>
            </a:r>
            <a:r>
              <a:rPr lang="pt-BR" sz="2800" i="1" dirty="0"/>
              <a:t>AIC</a:t>
            </a:r>
            <a:r>
              <a:rPr lang="pt-BR" sz="2800" dirty="0"/>
              <a:t> quando ajustada a variável dependente Y.</a:t>
            </a:r>
          </a:p>
          <a:p>
            <a:pPr lvl="1" algn="just">
              <a:spcAft>
                <a:spcPts val="2400"/>
              </a:spcAft>
              <a:buFont typeface="Wingdings" pitchFamily="2" charset="2"/>
              <a:buChar char="ü"/>
              <a:defRPr/>
            </a:pPr>
            <a:r>
              <a:rPr lang="pt-BR" sz="2800" dirty="0"/>
              <a:t> As etapas se sucedem quando uma variável por vez pode vir a ser incorporada;</a:t>
            </a:r>
          </a:p>
          <a:p>
            <a:pPr lvl="1" algn="just">
              <a:spcAft>
                <a:spcPts val="1200"/>
              </a:spcAft>
              <a:buFont typeface="Wingdings" pitchFamily="2" charset="2"/>
              <a:buChar char="ü"/>
              <a:defRPr/>
            </a:pPr>
            <a:r>
              <a:rPr lang="pt-BR" sz="2800" dirty="0"/>
              <a:t> Se em uma outra etapa não houver inclusão, o processo é interrompido e as variáveis selecionadas até esta etapa definem o modelo final.</a:t>
            </a:r>
          </a:p>
        </p:txBody>
      </p:sp>
    </p:spTree>
    <p:extLst>
      <p:ext uri="{BB962C8B-B14F-4D97-AF65-F5344CB8AC3E}">
        <p14:creationId xmlns:p14="http://schemas.microsoft.com/office/powerpoint/2010/main" val="174463890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011CF131-3411-4642-826B-6286EABED211}"/>
              </a:ext>
            </a:extLst>
          </p:cNvPr>
          <p:cNvSpPr/>
          <p:nvPr/>
        </p:nvSpPr>
        <p:spPr>
          <a:xfrm>
            <a:off x="1588988" y="142875"/>
            <a:ext cx="59073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Método </a:t>
            </a:r>
            <a:r>
              <a:rPr lang="pt-BR" sz="2400" b="1" dirty="0" err="1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Forward</a:t>
            </a: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(passo a frente)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E22E9E-2C95-4A18-9134-A4DF1C81C582}"/>
              </a:ext>
            </a:extLst>
          </p:cNvPr>
          <p:cNvSpPr txBox="1"/>
          <p:nvPr/>
        </p:nvSpPr>
        <p:spPr>
          <a:xfrm>
            <a:off x="214313" y="836712"/>
            <a:ext cx="8715375" cy="520142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1200"/>
              </a:spcAft>
              <a:defRPr/>
            </a:pPr>
            <a:r>
              <a:rPr lang="pt-BR" sz="2400" dirty="0">
                <a:solidFill>
                  <a:schemeClr val="accent2"/>
                </a:solidFill>
              </a:rPr>
              <a:t>Passo 1)</a:t>
            </a:r>
            <a:r>
              <a:rPr lang="pt-BR" sz="2400" dirty="0"/>
              <a:t> ajustar todos os modelos com </a:t>
            </a:r>
            <a:r>
              <a:rPr lang="pt-BR" sz="2400" i="1" dirty="0"/>
              <a:t>m</a:t>
            </a:r>
            <a:r>
              <a:rPr lang="pt-BR" sz="2400" dirty="0"/>
              <a:t> variáveis (no modelo inicial </a:t>
            </a:r>
            <a:r>
              <a:rPr lang="pt-BR" sz="2400" i="1" dirty="0"/>
              <a:t>m</a:t>
            </a:r>
            <a:r>
              <a:rPr lang="pt-BR" sz="2400" dirty="0"/>
              <a:t>=1) e escolher a variável candidata com menor </a:t>
            </a:r>
            <a:r>
              <a:rPr lang="pt-BR" sz="2400" i="1" dirty="0"/>
              <a:t>AIC</a:t>
            </a:r>
            <a:r>
              <a:rPr lang="pt-BR" sz="2400" dirty="0"/>
              <a:t> para entrar no modelo. Se  o </a:t>
            </a:r>
            <a:r>
              <a:rPr lang="pt-BR" sz="2400" i="1" dirty="0"/>
              <a:t>AIC </a:t>
            </a:r>
            <a:r>
              <a:rPr lang="pt-BR" sz="2400" dirty="0"/>
              <a:t>é maior do que o último modelo ajustado, o processo é interrompido</a:t>
            </a:r>
            <a:r>
              <a:rPr lang="pt-BR" sz="2400" dirty="0">
                <a:sym typeface="Symbol"/>
              </a:rPr>
              <a:t>;</a:t>
            </a:r>
            <a:endParaRPr lang="pt-BR" sz="2400" dirty="0"/>
          </a:p>
          <a:p>
            <a:pPr algn="just">
              <a:spcAft>
                <a:spcPts val="1200"/>
              </a:spcAft>
              <a:defRPr/>
            </a:pPr>
            <a:r>
              <a:rPr lang="pt-BR" sz="2400" dirty="0">
                <a:solidFill>
                  <a:schemeClr val="accent2"/>
                </a:solidFill>
              </a:rPr>
              <a:t>Passo 2)</a:t>
            </a:r>
            <a:r>
              <a:rPr lang="pt-BR" sz="2400" dirty="0"/>
              <a:t> para cada variável não pertencente ao modelo do passo 1, ajustar um modelo de regressão considerando no modelo as variáveis que entraram no passo 1 e escolher a variável  candidata  que  tiver o menor </a:t>
            </a:r>
            <a:r>
              <a:rPr lang="pt-BR" sz="2400" i="1" dirty="0"/>
              <a:t>AIC</a:t>
            </a:r>
            <a:r>
              <a:rPr lang="pt-BR" sz="2400" dirty="0"/>
              <a:t>, desde  que o </a:t>
            </a:r>
            <a:r>
              <a:rPr lang="pt-BR" sz="2400" i="1" dirty="0"/>
              <a:t>AIC</a:t>
            </a:r>
            <a:r>
              <a:rPr lang="pt-BR" sz="2400" dirty="0"/>
              <a:t> seja menor do que o último valor ajustado, senão o processo é interrompido;</a:t>
            </a:r>
          </a:p>
          <a:p>
            <a:pPr algn="just">
              <a:spcAft>
                <a:spcPts val="1200"/>
              </a:spcAft>
              <a:defRPr/>
            </a:pPr>
            <a:r>
              <a:rPr lang="pt-BR" sz="2400" dirty="0">
                <a:solidFill>
                  <a:schemeClr val="accent2"/>
                </a:solidFill>
              </a:rPr>
              <a:t>Passo 3) </a:t>
            </a:r>
            <a:r>
              <a:rPr lang="pt-BR" sz="2400" dirty="0"/>
              <a:t>Fazer o processo sucessivamente, até que todas as  variáveis  que  não  estão no modelo, ao serem incluídas o modelo apresente </a:t>
            </a:r>
            <a:r>
              <a:rPr lang="pt-BR" sz="2400" i="1" dirty="0"/>
              <a:t>AIC</a:t>
            </a:r>
            <a:r>
              <a:rPr lang="pt-BR" sz="2400" dirty="0"/>
              <a:t> maior do que o último modelo ajustado.</a:t>
            </a:r>
          </a:p>
        </p:txBody>
      </p:sp>
    </p:spTree>
    <p:extLst>
      <p:ext uri="{BB962C8B-B14F-4D97-AF65-F5344CB8AC3E}">
        <p14:creationId xmlns:p14="http://schemas.microsoft.com/office/powerpoint/2010/main" val="175484480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1548911" y="142875"/>
            <a:ext cx="5987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Método </a:t>
            </a:r>
            <a:r>
              <a:rPr lang="pt-BR" sz="2400" b="1" dirty="0" err="1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Stepwise</a:t>
            </a: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(passo a passo)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6C06A20-B964-4C37-BAB0-595D7D0D2A8A}"/>
              </a:ext>
            </a:extLst>
          </p:cNvPr>
          <p:cNvSpPr txBox="1"/>
          <p:nvPr/>
        </p:nvSpPr>
        <p:spPr>
          <a:xfrm>
            <a:off x="428625" y="1164808"/>
            <a:ext cx="8001000" cy="372409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2400"/>
              </a:spcAft>
              <a:buFont typeface="Wingdings" pitchFamily="2" charset="2"/>
              <a:buChar char="Ø"/>
              <a:defRPr/>
            </a:pPr>
            <a:r>
              <a:rPr lang="pt-BR" sz="2800" dirty="0"/>
              <a:t> Consiste em uma generalização do procedimento </a:t>
            </a:r>
            <a:r>
              <a:rPr lang="pt-BR" sz="2800" i="1" dirty="0" err="1"/>
              <a:t>Forward</a:t>
            </a:r>
            <a:r>
              <a:rPr lang="pt-BR" sz="2800" dirty="0"/>
              <a:t>;</a:t>
            </a:r>
          </a:p>
          <a:p>
            <a:pPr algn="just">
              <a:spcAft>
                <a:spcPts val="2400"/>
              </a:spcAft>
              <a:buFont typeface="Wingdings" pitchFamily="2" charset="2"/>
              <a:buChar char="Ø"/>
              <a:defRPr/>
            </a:pPr>
            <a:r>
              <a:rPr lang="pt-BR" sz="2800" dirty="0"/>
              <a:t> Após cada etapa de incorporação de uma variável, temos uma etapa em que uma das variáveis já selecionadas pode ser descartada;</a:t>
            </a:r>
          </a:p>
          <a:p>
            <a:pPr algn="just">
              <a:spcAft>
                <a:spcPts val="1200"/>
              </a:spcAft>
              <a:buFont typeface="Wingdings" pitchFamily="2" charset="2"/>
              <a:buChar char="Ø"/>
              <a:defRPr/>
            </a:pPr>
            <a:r>
              <a:rPr lang="pt-BR" sz="2800" dirty="0"/>
              <a:t> O procedimento chega ao final quando nenhuma variável é incluída ou descartada.</a:t>
            </a:r>
          </a:p>
        </p:txBody>
      </p:sp>
    </p:spTree>
    <p:extLst>
      <p:ext uri="{BB962C8B-B14F-4D97-AF65-F5344CB8AC3E}">
        <p14:creationId xmlns:p14="http://schemas.microsoft.com/office/powerpoint/2010/main" val="345190535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70CE488C-DFDF-485D-9691-3F08349E23A4}"/>
              </a:ext>
            </a:extLst>
          </p:cNvPr>
          <p:cNvSpPr/>
          <p:nvPr/>
        </p:nvSpPr>
        <p:spPr>
          <a:xfrm>
            <a:off x="1548911" y="142875"/>
            <a:ext cx="5987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Método </a:t>
            </a:r>
            <a:r>
              <a:rPr lang="pt-BR" sz="2400" b="1" dirty="0" err="1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Stepwise</a:t>
            </a: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(passo a passo)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FC194B1-AFDA-4A20-963F-2B64937B82B6}"/>
              </a:ext>
            </a:extLst>
          </p:cNvPr>
          <p:cNvSpPr txBox="1"/>
          <p:nvPr/>
        </p:nvSpPr>
        <p:spPr>
          <a:xfrm>
            <a:off x="179512" y="836712"/>
            <a:ext cx="8715375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defRPr/>
            </a:pPr>
            <a:r>
              <a:rPr lang="pt-BR" sz="2200" dirty="0">
                <a:solidFill>
                  <a:schemeClr val="accent2"/>
                </a:solidFill>
              </a:rPr>
              <a:t>Passo 1) </a:t>
            </a:r>
            <a:r>
              <a:rPr lang="pt-BR" sz="2200" dirty="0"/>
              <a:t>ajustar o modelo completo de k variáveis</a:t>
            </a:r>
            <a:r>
              <a:rPr lang="pt-BR" sz="2200" dirty="0">
                <a:sym typeface="Symbol"/>
              </a:rPr>
              <a:t>;</a:t>
            </a:r>
            <a:endParaRPr lang="pt-BR" sz="2200" dirty="0"/>
          </a:p>
          <a:p>
            <a:pPr algn="just">
              <a:spcAft>
                <a:spcPts val="1200"/>
              </a:spcAft>
              <a:defRPr/>
            </a:pPr>
            <a:r>
              <a:rPr lang="pt-BR" sz="2200" dirty="0">
                <a:solidFill>
                  <a:schemeClr val="accent2"/>
                </a:solidFill>
              </a:rPr>
              <a:t>Passo 2) </a:t>
            </a:r>
            <a:r>
              <a:rPr lang="pt-BR" sz="2200" dirty="0"/>
              <a:t>para cada variável do modelo no passo 1, ajustar um modelo de regressão sem a variável e retirar do modelo a variável que apresentar menor valor do </a:t>
            </a:r>
            <a:r>
              <a:rPr lang="pt-BR" sz="2200" i="1" dirty="0"/>
              <a:t>AIC</a:t>
            </a:r>
            <a:r>
              <a:rPr lang="pt-BR" sz="2200" dirty="0"/>
              <a:t>. Caso o modelo sem a variável a ser retirada apresente </a:t>
            </a:r>
            <a:r>
              <a:rPr lang="pt-BR" sz="2200" i="1" dirty="0"/>
              <a:t>AIC</a:t>
            </a:r>
            <a:r>
              <a:rPr lang="pt-BR" sz="2200" dirty="0"/>
              <a:t> maior do que o último modelo ajustado o processo é interrompido;</a:t>
            </a:r>
          </a:p>
          <a:p>
            <a:pPr algn="just">
              <a:spcAft>
                <a:spcPts val="1200"/>
              </a:spcAft>
              <a:defRPr/>
            </a:pPr>
            <a:r>
              <a:rPr lang="pt-BR" sz="2200" dirty="0">
                <a:solidFill>
                  <a:schemeClr val="accent2"/>
                </a:solidFill>
              </a:rPr>
              <a:t>Passo 3) </a:t>
            </a:r>
            <a:r>
              <a:rPr lang="pt-BR" sz="2200" dirty="0"/>
              <a:t>a partir desse passo, verificar o </a:t>
            </a:r>
            <a:r>
              <a:rPr lang="pt-BR" sz="2200" i="1" dirty="0"/>
              <a:t>AIC</a:t>
            </a:r>
            <a:r>
              <a:rPr lang="pt-BR" sz="2200" dirty="0"/>
              <a:t> do modelo retirando a variável no modelo ou incluindo de volta alguma variável, retire/inclua no modelo a variável em que o modelo apresentem menor valor do </a:t>
            </a:r>
            <a:r>
              <a:rPr lang="pt-BR" sz="2200" i="1" dirty="0"/>
              <a:t>AIC.</a:t>
            </a:r>
            <a:r>
              <a:rPr lang="pt-BR" sz="2200" dirty="0"/>
              <a:t> Caso o </a:t>
            </a:r>
            <a:r>
              <a:rPr lang="pt-BR" sz="2200" i="1" dirty="0"/>
              <a:t>AIC</a:t>
            </a:r>
            <a:r>
              <a:rPr lang="pt-BR" sz="2200" dirty="0"/>
              <a:t> do último modelo ajustado seja menor do que os demais modelos incluindo/retirando a variável o processo é interrompido</a:t>
            </a:r>
            <a:r>
              <a:rPr lang="pt-BR" sz="2200" dirty="0">
                <a:sym typeface="Symbol"/>
              </a:rPr>
              <a:t>;</a:t>
            </a:r>
          </a:p>
          <a:p>
            <a:pPr algn="just">
              <a:spcAft>
                <a:spcPts val="1200"/>
              </a:spcAft>
              <a:defRPr/>
            </a:pPr>
            <a:r>
              <a:rPr lang="pt-BR" sz="2200" dirty="0">
                <a:solidFill>
                  <a:schemeClr val="accent2"/>
                </a:solidFill>
              </a:rPr>
              <a:t>Passo 4)</a:t>
            </a:r>
            <a:r>
              <a:rPr lang="pt-BR" sz="2200" dirty="0"/>
              <a:t> repetir o passo 3 até que último modelo ajustado apresente o menor valor do </a:t>
            </a:r>
            <a:r>
              <a:rPr lang="pt-BR" sz="2200" i="1" dirty="0"/>
              <a:t>AIC</a:t>
            </a:r>
            <a:r>
              <a:rPr lang="pt-BR" sz="2200" dirty="0">
                <a:sym typeface="Symbol"/>
              </a:rPr>
              <a:t>.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349993413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671284" y="142875"/>
            <a:ext cx="17427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Exercício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B6AE0D6-4279-49A9-A03F-12E8AB21D715}"/>
              </a:ext>
            </a:extLst>
          </p:cNvPr>
          <p:cNvSpPr txBox="1"/>
          <p:nvPr/>
        </p:nvSpPr>
        <p:spPr>
          <a:xfrm>
            <a:off x="251520" y="932527"/>
            <a:ext cx="856895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Determine o melhor modelo, usando os métodos de </a:t>
            </a:r>
            <a:r>
              <a:rPr lang="pt-BR" sz="2400" dirty="0" err="1"/>
              <a:t>forward</a:t>
            </a:r>
            <a:r>
              <a:rPr lang="pt-BR" sz="2400" dirty="0"/>
              <a:t>, </a:t>
            </a:r>
            <a:r>
              <a:rPr lang="pt-BR" sz="2400" dirty="0" err="1"/>
              <a:t>backward</a:t>
            </a:r>
            <a:r>
              <a:rPr lang="pt-BR" sz="2400" dirty="0"/>
              <a:t> e </a:t>
            </a:r>
            <a:r>
              <a:rPr lang="pt-BR" sz="2400" dirty="0" err="1"/>
              <a:t>stepwise</a:t>
            </a:r>
            <a:r>
              <a:rPr lang="pt-BR" sz="2400" dirty="0"/>
              <a:t> para o conjunto de dados </a:t>
            </a:r>
            <a:r>
              <a:rPr lang="pt-BR" sz="2400" i="1" dirty="0">
                <a:solidFill>
                  <a:srgbClr val="FF0000"/>
                </a:solidFill>
              </a:rPr>
              <a:t>apart.csv</a:t>
            </a:r>
            <a:r>
              <a:rPr lang="pt-BR" sz="2400" dirty="0"/>
              <a:t>, considerando a variável valor como variável dependente (Y).</a:t>
            </a:r>
          </a:p>
          <a:p>
            <a:r>
              <a:rPr lang="pt-BR" sz="2400" dirty="0"/>
              <a:t>Os dados do arquivo referem-se ao valor de apartamento em uma cidade em 1995</a:t>
            </a:r>
          </a:p>
          <a:p>
            <a:endParaRPr lang="pt-BR" sz="2400" dirty="0"/>
          </a:p>
          <a:p>
            <a:r>
              <a:rPr lang="pt-BR" sz="2400" u="sng" dirty="0"/>
              <a:t>Variáveis</a:t>
            </a:r>
            <a:r>
              <a:rPr lang="pt-BR" sz="2400" dirty="0"/>
              <a:t>:</a:t>
            </a:r>
          </a:p>
          <a:p>
            <a:r>
              <a:rPr lang="pt-BR" sz="2400" dirty="0"/>
              <a:t>Valor (em milhares de reais) </a:t>
            </a:r>
            <a:r>
              <a:rPr lang="pt-BR" sz="2400" i="1" dirty="0"/>
              <a:t>– var. dependente</a:t>
            </a:r>
          </a:p>
          <a:p>
            <a:r>
              <a:rPr lang="pt-BR" sz="2400" dirty="0"/>
              <a:t>Área privativa (m2)</a:t>
            </a:r>
          </a:p>
          <a:p>
            <a:r>
              <a:rPr lang="pt-BR" sz="2400" dirty="0"/>
              <a:t>Idade (anos)</a:t>
            </a:r>
          </a:p>
          <a:p>
            <a:r>
              <a:rPr lang="pt-BR" sz="2400" dirty="0"/>
              <a:t>Consumo mensal de energia elétrica (Kw)</a:t>
            </a:r>
          </a:p>
          <a:p>
            <a:r>
              <a:rPr lang="pt-BR" sz="2400" dirty="0"/>
              <a:t>Local (1 = região mais valorizada; 2 = região menos valorizada)</a:t>
            </a:r>
          </a:p>
        </p:txBody>
      </p:sp>
    </p:spTree>
    <p:extLst>
      <p:ext uri="{BB962C8B-B14F-4D97-AF65-F5344CB8AC3E}">
        <p14:creationId xmlns:p14="http://schemas.microsoft.com/office/powerpoint/2010/main" val="23474705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Personalizar design">
  <a:themeElements>
    <a:clrScheme name="Personalizar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ersonalizar design">
      <a:majorFont>
        <a:latin typeface="Verdana"/>
        <a:ea typeface=""/>
        <a:cs typeface="Arial"/>
      </a:majorFont>
      <a:minorFont>
        <a:latin typeface="Arial"/>
        <a:ea typeface=""/>
        <a:cs typeface="Arial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Personalizar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10483</TotalTime>
  <Words>842</Words>
  <Application>Microsoft Office PowerPoint</Application>
  <PresentationFormat>Apresentação na tela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Arial</vt:lpstr>
      <vt:lpstr>Arial (Corpo)</vt:lpstr>
      <vt:lpstr>Symbol</vt:lpstr>
      <vt:lpstr>Times New Roman</vt:lpstr>
      <vt:lpstr>Verdana</vt:lpstr>
      <vt:lpstr>Wingdings</vt:lpstr>
      <vt:lpstr>Personalizar design</vt:lpstr>
      <vt:lpstr>Técnicas Estatísticas de Predição Sistemas de Informação  Aula 18  Seleção de Variáveis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CERTI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AULA_ACK</dc:title>
  <dc:creator>Andrea</dc:creator>
  <cp:lastModifiedBy>Adriano Borgatto</cp:lastModifiedBy>
  <cp:revision>1014</cp:revision>
  <dcterms:created xsi:type="dcterms:W3CDTF">2005-11-03T13:11:02Z</dcterms:created>
  <dcterms:modified xsi:type="dcterms:W3CDTF">2025-10-13T11:55:19Z</dcterms:modified>
</cp:coreProperties>
</file>