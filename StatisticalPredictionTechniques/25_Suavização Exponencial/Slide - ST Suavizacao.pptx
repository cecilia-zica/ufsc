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4" r:id="rId3"/>
    <p:sldId id="278" r:id="rId4"/>
    <p:sldId id="275" r:id="rId5"/>
    <p:sldId id="276" r:id="rId6"/>
    <p:sldId id="277" r:id="rId7"/>
    <p:sldId id="279" r:id="rId8"/>
    <p:sldId id="280" r:id="rId9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80B"/>
    <a:srgbClr val="CCCCFF"/>
    <a:srgbClr val="EED01A"/>
    <a:srgbClr val="FF9966"/>
    <a:srgbClr val="FFCC66"/>
    <a:srgbClr val="EAEAEA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0" autoAdjust="0"/>
    <p:restoredTop sz="94595" autoAdjust="0"/>
  </p:normalViewPr>
  <p:slideViewPr>
    <p:cSldViewPr>
      <p:cViewPr varScale="1">
        <p:scale>
          <a:sx n="71" d="100"/>
          <a:sy n="71" d="100"/>
        </p:scale>
        <p:origin x="171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o Borgatto" userId="e50a874dfa6d3f1a" providerId="LiveId" clId="{577FBFA5-DFAA-46E9-AC8A-FC628E3F5CB0}"/>
    <pc:docChg chg="modSld">
      <pc:chgData name="Adriano Borgatto" userId="e50a874dfa6d3f1a" providerId="LiveId" clId="{577FBFA5-DFAA-46E9-AC8A-FC628E3F5CB0}" dt="2022-11-24T15:53:59.559" v="61" actId="14100"/>
      <pc:docMkLst>
        <pc:docMk/>
      </pc:docMkLst>
      <pc:sldChg chg="modSp mod">
        <pc:chgData name="Adriano Borgatto" userId="e50a874dfa6d3f1a" providerId="LiveId" clId="{577FBFA5-DFAA-46E9-AC8A-FC628E3F5CB0}" dt="2022-11-24T15:47:09.813" v="27" actId="20577"/>
        <pc:sldMkLst>
          <pc:docMk/>
          <pc:sldMk cId="1080639881" sldId="274"/>
        </pc:sldMkLst>
      </pc:sldChg>
      <pc:sldChg chg="modSp mod">
        <pc:chgData name="Adriano Borgatto" userId="e50a874dfa6d3f1a" providerId="LiveId" clId="{577FBFA5-DFAA-46E9-AC8A-FC628E3F5CB0}" dt="2022-11-24T15:53:59.559" v="61" actId="14100"/>
        <pc:sldMkLst>
          <pc:docMk/>
          <pc:sldMk cId="3903705580" sldId="277"/>
        </pc:sldMkLst>
      </pc:sldChg>
    </pc:docChg>
  </pc:docChgLst>
  <pc:docChgLst>
    <pc:chgData name="Adriano Borgatto" userId="e50a874dfa6d3f1a" providerId="LiveId" clId="{A5F0E77C-0219-4FFD-AB16-A4453083D37A}"/>
    <pc:docChg chg="undo custSel addSld delSld modSld">
      <pc:chgData name="Adriano Borgatto" userId="e50a874dfa6d3f1a" providerId="LiveId" clId="{A5F0E77C-0219-4FFD-AB16-A4453083D37A}" dt="2022-04-05T17:12:26.759" v="1086" actId="20577"/>
      <pc:docMkLst>
        <pc:docMk/>
      </pc:docMkLst>
      <pc:sldChg chg="modSp mod">
        <pc:chgData name="Adriano Borgatto" userId="e50a874dfa6d3f1a" providerId="LiveId" clId="{A5F0E77C-0219-4FFD-AB16-A4453083D37A}" dt="2022-04-05T16:20:32.011" v="171" actId="20577"/>
        <pc:sldMkLst>
          <pc:docMk/>
          <pc:sldMk cId="3945532463" sldId="272"/>
        </pc:sldMkLst>
      </pc:sldChg>
      <pc:sldChg chg="addSp delSp modSp add">
        <pc:chgData name="Adriano Borgatto" userId="e50a874dfa6d3f1a" providerId="LiveId" clId="{A5F0E77C-0219-4FFD-AB16-A4453083D37A}" dt="2022-04-05T16:19:52.911" v="166" actId="207"/>
        <pc:sldMkLst>
          <pc:docMk/>
          <pc:sldMk cId="1138795558" sldId="273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74244307" sldId="273"/>
        </pc:sldMkLst>
      </pc:sldChg>
      <pc:sldChg chg="addSp delSp modSp add mod">
        <pc:chgData name="Adriano Borgatto" userId="e50a874dfa6d3f1a" providerId="LiveId" clId="{A5F0E77C-0219-4FFD-AB16-A4453083D37A}" dt="2022-04-05T16:29:01.099" v="294" actId="20577"/>
        <pc:sldMkLst>
          <pc:docMk/>
          <pc:sldMk cId="99944423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33450635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013310454" sldId="275"/>
        </pc:sldMkLst>
      </pc:sldChg>
      <pc:sldChg chg="addSp modSp add mod modAnim">
        <pc:chgData name="Adriano Borgatto" userId="e50a874dfa6d3f1a" providerId="LiveId" clId="{A5F0E77C-0219-4FFD-AB16-A4453083D37A}" dt="2022-04-05T16:32:45.680" v="329" actId="1035"/>
        <pc:sldMkLst>
          <pc:docMk/>
          <pc:sldMk cId="3378211107" sldId="275"/>
        </pc:sldMkLst>
      </pc:sldChg>
      <pc:sldChg chg="addSp modSp add mod">
        <pc:chgData name="Adriano Borgatto" userId="e50a874dfa6d3f1a" providerId="LiveId" clId="{A5F0E77C-0219-4FFD-AB16-A4453083D37A}" dt="2022-04-05T16:33:05.850" v="352" actId="1037"/>
        <pc:sldMkLst>
          <pc:docMk/>
          <pc:sldMk cId="1128200771" sldId="276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3529786" sldId="276"/>
        </pc:sldMkLst>
      </pc:sldChg>
      <pc:sldChg chg="addSp delSp modSp add mod">
        <pc:chgData name="Adriano Borgatto" userId="e50a874dfa6d3f1a" providerId="LiveId" clId="{A5F0E77C-0219-4FFD-AB16-A4453083D37A}" dt="2022-04-05T16:33:54.862" v="357" actId="1076"/>
        <pc:sldMkLst>
          <pc:docMk/>
          <pc:sldMk cId="1097531658" sldId="277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39448667" sldId="277"/>
        </pc:sldMkLst>
      </pc:sldChg>
      <pc:sldChg chg="addSp delSp modSp add mod">
        <pc:chgData name="Adriano Borgatto" userId="e50a874dfa6d3f1a" providerId="LiveId" clId="{A5F0E77C-0219-4FFD-AB16-A4453083D37A}" dt="2022-04-05T16:34:01.094" v="359"/>
        <pc:sldMkLst>
          <pc:docMk/>
          <pc:sldMk cId="75005195" sldId="278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A5F0E77C-0219-4FFD-AB16-A4453083D37A}" dt="2022-04-05T16:36:16.351" v="406" actId="1076"/>
        <pc:sldMkLst>
          <pc:docMk/>
          <pc:sldMk cId="2192296426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44337337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42753214" sldId="280"/>
        </pc:sldMkLst>
      </pc:sldChg>
      <pc:sldChg chg="addSp delSp modSp add mod">
        <pc:chgData name="Adriano Borgatto" userId="e50a874dfa6d3f1a" providerId="LiveId" clId="{A5F0E77C-0219-4FFD-AB16-A4453083D37A}" dt="2022-04-05T16:42:21.231" v="522" actId="20577"/>
        <pc:sldMkLst>
          <pc:docMk/>
          <pc:sldMk cId="3599932880" sldId="280"/>
        </pc:sldMkLst>
      </pc:sldChg>
      <pc:sldChg chg="addSp delSp modSp add mod">
        <pc:chgData name="Adriano Borgatto" userId="e50a874dfa6d3f1a" providerId="LiveId" clId="{A5F0E77C-0219-4FFD-AB16-A4453083D37A}" dt="2022-04-05T16:44:14.803" v="569" actId="14100"/>
        <pc:sldMkLst>
          <pc:docMk/>
          <pc:sldMk cId="742994144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19835411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A5F0E77C-0219-4FFD-AB16-A4453083D37A}" dt="2022-04-05T16:47:05.793" v="779" actId="1038"/>
        <pc:sldMkLst>
          <pc:docMk/>
          <pc:sldMk cId="2824057520" sldId="282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03279597" sldId="283"/>
        </pc:sldMkLst>
      </pc:sldChg>
      <pc:sldChg chg="addSp delSp modSp add mod">
        <pc:chgData name="Adriano Borgatto" userId="e50a874dfa6d3f1a" providerId="LiveId" clId="{A5F0E77C-0219-4FFD-AB16-A4453083D37A}" dt="2022-04-05T16:56:36.709" v="815" actId="962"/>
        <pc:sldMkLst>
          <pc:docMk/>
          <pc:sldMk cId="3195865450" sldId="283"/>
        </pc:sldMkLst>
      </pc:sldChg>
      <pc:sldChg chg="addSp modSp add mod">
        <pc:chgData name="Adriano Borgatto" userId="e50a874dfa6d3f1a" providerId="LiveId" clId="{A5F0E77C-0219-4FFD-AB16-A4453083D37A}" dt="2022-04-05T17:12:26.759" v="1086" actId="20577"/>
        <pc:sldMkLst>
          <pc:docMk/>
          <pc:sldMk cId="668276418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36067746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47466032" sldId="285"/>
        </pc:sldMkLst>
      </pc:sldChg>
      <pc:sldChg chg="modSp add del">
        <pc:chgData name="Adriano Borgatto" userId="e50a874dfa6d3f1a" providerId="LiveId" clId="{A5F0E77C-0219-4FFD-AB16-A4453083D37A}" dt="2022-04-05T16:32:19.729" v="295" actId="47"/>
        <pc:sldMkLst>
          <pc:docMk/>
          <pc:sldMk cId="2559623775" sldId="285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9133AC44-9496-4E83-A525-6B751EB2E002}"/>
    <pc:docChg chg="custSel addSld delSld modSld">
      <pc:chgData name="Adriano Borgatto" userId="e50a874dfa6d3f1a" providerId="LiveId" clId="{9133AC44-9496-4E83-A525-6B751EB2E002}" dt="2022-04-05T13:18:05.260" v="1193" actId="6549"/>
      <pc:docMkLst>
        <pc:docMk/>
      </pc:docMkLst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0" sldId="258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97426403" sldId="259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1802714433" sldId="261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06920721" sldId="262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58561624" sldId="263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974571722" sldId="270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86078432" sldId="271"/>
        </pc:sldMkLst>
      </pc:sldChg>
      <pc:sldChg chg="addSp modSp mod">
        <pc:chgData name="Adriano Borgatto" userId="e50a874dfa6d3f1a" providerId="LiveId" clId="{9133AC44-9496-4E83-A525-6B751EB2E002}" dt="2022-04-05T13:11:40.773" v="540" actId="207"/>
        <pc:sldMkLst>
          <pc:docMk/>
          <pc:sldMk cId="3945532463" sldId="272"/>
        </pc:sldMkLst>
      </pc:sldChg>
      <pc:sldChg chg="delSp modSp add mod">
        <pc:chgData name="Adriano Borgatto" userId="e50a874dfa6d3f1a" providerId="LiveId" clId="{9133AC44-9496-4E83-A525-6B751EB2E002}" dt="2022-04-05T13:18:05.260" v="1193" actId="6549"/>
        <pc:sldMkLst>
          <pc:docMk/>
          <pc:sldMk cId="905316025" sldId="273"/>
        </pc:sldMkLst>
      </pc:sldChg>
    </pc:docChg>
  </pc:docChgLst>
  <pc:docChgLst>
    <pc:chgData name="Adriano Borgatto" userId="e50a874dfa6d3f1a" providerId="LiveId" clId="{88C1CB35-E29F-4286-B8A1-553BE109C0B3}"/>
    <pc:docChg chg="undo custSel addSld delSld modSld">
      <pc:chgData name="Adriano Borgatto" userId="e50a874dfa6d3f1a" providerId="LiveId" clId="{88C1CB35-E29F-4286-B8A1-553BE109C0B3}" dt="2022-04-04T17:21:39.139" v="1585" actId="47"/>
      <pc:docMkLst>
        <pc:docMk/>
      </pc:docMkLst>
      <pc:sldChg chg="addSp delSp modSp mod">
        <pc:chgData name="Adriano Borgatto" userId="e50a874dfa6d3f1a" providerId="LiveId" clId="{88C1CB35-E29F-4286-B8A1-553BE109C0B3}" dt="2022-04-04T16:38:57.382" v="202" actId="20577"/>
        <pc:sldMkLst>
          <pc:docMk/>
          <pc:sldMk cId="0" sldId="258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88C1CB35-E29F-4286-B8A1-553BE109C0B3}" dt="2022-04-04T16:39:18.730" v="216" actId="1035"/>
        <pc:sldMkLst>
          <pc:docMk/>
          <pc:sldMk cId="1149392784" sldId="259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613099061" sldId="260"/>
        </pc:sldMkLst>
      </pc:sldChg>
      <pc:sldChg chg="addSp modSp add mod">
        <pc:chgData name="Adriano Borgatto" userId="e50a874dfa6d3f1a" providerId="LiveId" clId="{88C1CB35-E29F-4286-B8A1-553BE109C0B3}" dt="2022-04-04T16:40:39.444" v="231" actId="20577"/>
        <pc:sldMkLst>
          <pc:docMk/>
          <pc:sldMk cId="3068761576" sldId="260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03118664" sldId="261"/>
        </pc:sldMkLst>
      </pc:sldChg>
      <pc:sldChg chg="addSp modSp add mod">
        <pc:chgData name="Adriano Borgatto" userId="e50a874dfa6d3f1a" providerId="LiveId" clId="{88C1CB35-E29F-4286-B8A1-553BE109C0B3}" dt="2022-04-04T17:10:29.109" v="1128" actId="1076"/>
        <pc:sldMkLst>
          <pc:docMk/>
          <pc:sldMk cId="3273345463" sldId="261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371732222" sldId="262"/>
        </pc:sldMkLst>
      </pc:sldChg>
      <pc:sldChg chg="addSp delSp modSp add mod">
        <pc:chgData name="Adriano Borgatto" userId="e50a874dfa6d3f1a" providerId="LiveId" clId="{88C1CB35-E29F-4286-B8A1-553BE109C0B3}" dt="2022-04-04T16:58:49.027" v="745" actId="1038"/>
        <pc:sldMkLst>
          <pc:docMk/>
          <pc:sldMk cId="2926345594" sldId="262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158927129" sldId="263"/>
        </pc:sldMkLst>
      </pc:sldChg>
      <pc:sldChg chg="addSp delSp modSp add mod">
        <pc:chgData name="Adriano Borgatto" userId="e50a874dfa6d3f1a" providerId="LiveId" clId="{88C1CB35-E29F-4286-B8A1-553BE109C0B3}" dt="2022-04-04T17:00:35.717" v="806" actId="14100"/>
        <pc:sldMkLst>
          <pc:docMk/>
          <pc:sldMk cId="2647841580" sldId="263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813755357" sldId="264"/>
        </pc:sldMkLst>
      </pc:sldChg>
      <pc:sldChg chg="addSp modSp add mod">
        <pc:chgData name="Adriano Borgatto" userId="e50a874dfa6d3f1a" providerId="LiveId" clId="{88C1CB35-E29F-4286-B8A1-553BE109C0B3}" dt="2022-04-04T17:01:05.446" v="822" actId="1035"/>
        <pc:sldMkLst>
          <pc:docMk/>
          <pc:sldMk cId="2634771876" sldId="264"/>
        </pc:sldMkLst>
      </pc:sldChg>
      <pc:sldChg chg="addSp delSp modSp add mod">
        <pc:chgData name="Adriano Borgatto" userId="e50a874dfa6d3f1a" providerId="LiveId" clId="{88C1CB35-E29F-4286-B8A1-553BE109C0B3}" dt="2022-04-04T17:04:18.384" v="902" actId="179"/>
        <pc:sldMkLst>
          <pc:docMk/>
          <pc:sldMk cId="269759791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443477199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92630170" sldId="266"/>
        </pc:sldMkLst>
      </pc:sldChg>
      <pc:sldChg chg="addSp modSp add mod">
        <pc:chgData name="Adriano Borgatto" userId="e50a874dfa6d3f1a" providerId="LiveId" clId="{88C1CB35-E29F-4286-B8A1-553BE109C0B3}" dt="2022-04-04T17:05:35.151" v="935" actId="20577"/>
        <pc:sldMkLst>
          <pc:docMk/>
          <pc:sldMk cId="2364387731" sldId="266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969784623" sldId="267"/>
        </pc:sldMkLst>
      </pc:sldChg>
      <pc:sldChg chg="addSp modSp add mod">
        <pc:chgData name="Adriano Borgatto" userId="e50a874dfa6d3f1a" providerId="LiveId" clId="{88C1CB35-E29F-4286-B8A1-553BE109C0B3}" dt="2022-04-04T17:07:43.821" v="1039" actId="20577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88C1CB35-E29F-4286-B8A1-553BE109C0B3}" dt="2022-04-04T17:09:25.638" v="1099" actId="1036"/>
        <pc:sldMkLst>
          <pc:docMk/>
          <pc:sldMk cId="1415369606" sldId="268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949786334" sldId="268"/>
        </pc:sldMkLst>
      </pc:sldChg>
      <pc:sldChg chg="addSp delSp modSp add mod">
        <pc:chgData name="Adriano Borgatto" userId="e50a874dfa6d3f1a" providerId="LiveId" clId="{88C1CB35-E29F-4286-B8A1-553BE109C0B3}" dt="2022-04-04T17:16:51.002" v="1258" actId="208"/>
        <pc:sldMkLst>
          <pc:docMk/>
          <pc:sldMk cId="3836620619" sldId="269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328634869" sldId="270"/>
        </pc:sldMkLst>
      </pc:sldChg>
      <pc:sldChg chg="addSp modSp add mod">
        <pc:chgData name="Adriano Borgatto" userId="e50a874dfa6d3f1a" providerId="LiveId" clId="{88C1CB35-E29F-4286-B8A1-553BE109C0B3}" dt="2022-04-04T17:17:25.336" v="1278" actId="1035"/>
        <pc:sldMkLst>
          <pc:docMk/>
          <pc:sldMk cId="3908284636" sldId="270"/>
        </pc:sldMkLst>
      </pc:sldChg>
      <pc:sldChg chg="addSp delSp modSp add mod">
        <pc:chgData name="Adriano Borgatto" userId="e50a874dfa6d3f1a" providerId="LiveId" clId="{88C1CB35-E29F-4286-B8A1-553BE109C0B3}" dt="2022-04-04T17:21:22.487" v="1584" actId="14100"/>
        <pc:sldMkLst>
          <pc:docMk/>
          <pc:sldMk cId="2934819853" sldId="271"/>
        </pc:sldMkLst>
      </pc:sldChg>
      <pc:sldChg chg="add del">
        <pc:chgData name="Adriano Borgatto" userId="e50a874dfa6d3f1a" providerId="LiveId" clId="{88C1CB35-E29F-4286-B8A1-553BE109C0B3}" dt="2022-04-04T17:21:39.139" v="1585" actId="47"/>
        <pc:sldMkLst>
          <pc:docMk/>
          <pc:sldMk cId="4240375357" sldId="272"/>
        </pc:sldMkLst>
      </pc:sldChg>
    </pc:docChg>
  </pc:docChgLst>
  <pc:docChgLst>
    <pc:chgData name="Adriano Borgatto" userId="e50a874dfa6d3f1a" providerId="LiveId" clId="{8D0C4816-96AC-4FF1-BBFC-B7C0097ACA94}"/>
    <pc:docChg chg="custSel addSld delSld modSld sldOrd">
      <pc:chgData name="Adriano Borgatto" userId="e50a874dfa6d3f1a" providerId="LiveId" clId="{8D0C4816-96AC-4FF1-BBFC-B7C0097ACA94}" dt="2023-11-06T10:49:44.614" v="502" actId="2696"/>
      <pc:docMkLst>
        <pc:docMk/>
      </pc:docMkLst>
      <pc:sldChg chg="del">
        <pc:chgData name="Adriano Borgatto" userId="e50a874dfa6d3f1a" providerId="LiveId" clId="{8D0C4816-96AC-4FF1-BBFC-B7C0097ACA94}" dt="2023-11-01T20:19:32.185" v="71" actId="2696"/>
        <pc:sldMkLst>
          <pc:docMk/>
          <pc:sldMk cId="3702831240" sldId="273"/>
        </pc:sldMkLst>
      </pc:sldChg>
      <pc:sldChg chg="delSp modSp mod">
        <pc:chgData name="Adriano Borgatto" userId="e50a874dfa6d3f1a" providerId="LiveId" clId="{8D0C4816-96AC-4FF1-BBFC-B7C0097ACA94}" dt="2023-11-01T22:19:24.908" v="470" actId="6549"/>
        <pc:sldMkLst>
          <pc:docMk/>
          <pc:sldMk cId="1080639881" sldId="274"/>
        </pc:sldMkLst>
      </pc:sldChg>
      <pc:sldChg chg="addSp delSp modSp add mod">
        <pc:chgData name="Adriano Borgatto" userId="e50a874dfa6d3f1a" providerId="LiveId" clId="{8D0C4816-96AC-4FF1-BBFC-B7C0097ACA94}" dt="2023-11-01T22:22:06.576" v="492" actId="1036"/>
        <pc:sldMkLst>
          <pc:docMk/>
          <pc:sldMk cId="3600983261" sldId="275"/>
        </pc:sldMkLst>
      </pc:sldChg>
      <pc:sldChg chg="addSp modSp add mod">
        <pc:chgData name="Adriano Borgatto" userId="e50a874dfa6d3f1a" providerId="LiveId" clId="{8D0C4816-96AC-4FF1-BBFC-B7C0097ACA94}" dt="2023-11-01T22:23:05.144" v="498" actId="1036"/>
        <pc:sldMkLst>
          <pc:docMk/>
          <pc:sldMk cId="2062431557" sldId="276"/>
        </pc:sldMkLst>
      </pc:sldChg>
      <pc:sldChg chg="del">
        <pc:chgData name="Adriano Borgatto" userId="e50a874dfa6d3f1a" providerId="LiveId" clId="{8D0C4816-96AC-4FF1-BBFC-B7C0097ACA94}" dt="2023-11-01T20:19:32.185" v="71" actId="2696"/>
        <pc:sldMkLst>
          <pc:docMk/>
          <pc:sldMk cId="3682190329" sldId="276"/>
        </pc:sldMkLst>
      </pc:sldChg>
      <pc:sldChg chg="addSp delSp modSp add mod">
        <pc:chgData name="Adriano Borgatto" userId="e50a874dfa6d3f1a" providerId="LiveId" clId="{8D0C4816-96AC-4FF1-BBFC-B7C0097ACA94}" dt="2023-11-01T22:04:38.336" v="422" actId="20577"/>
        <pc:sldMkLst>
          <pc:docMk/>
          <pc:sldMk cId="3345270278" sldId="277"/>
        </pc:sldMkLst>
      </pc:sldChg>
      <pc:sldChg chg="del">
        <pc:chgData name="Adriano Borgatto" userId="e50a874dfa6d3f1a" providerId="LiveId" clId="{8D0C4816-96AC-4FF1-BBFC-B7C0097ACA94}" dt="2023-11-01T20:19:32.185" v="71" actId="2696"/>
        <pc:sldMkLst>
          <pc:docMk/>
          <pc:sldMk cId="3903705580" sldId="277"/>
        </pc:sldMkLst>
      </pc:sldChg>
      <pc:sldChg chg="addSp modSp add mod ord">
        <pc:chgData name="Adriano Borgatto" userId="e50a874dfa6d3f1a" providerId="LiveId" clId="{8D0C4816-96AC-4FF1-BBFC-B7C0097ACA94}" dt="2023-11-01T21:16:19.340" v="311"/>
        <pc:sldMkLst>
          <pc:docMk/>
          <pc:sldMk cId="731584777" sldId="278"/>
        </pc:sldMkLst>
      </pc:sldChg>
      <pc:sldChg chg="del">
        <pc:chgData name="Adriano Borgatto" userId="e50a874dfa6d3f1a" providerId="LiveId" clId="{8D0C4816-96AC-4FF1-BBFC-B7C0097ACA94}" dt="2023-11-01T20:19:32.185" v="71" actId="2696"/>
        <pc:sldMkLst>
          <pc:docMk/>
          <pc:sldMk cId="4118815758" sldId="278"/>
        </pc:sldMkLst>
      </pc:sldChg>
      <pc:sldChg chg="addSp modSp add mod">
        <pc:chgData name="Adriano Borgatto" userId="e50a874dfa6d3f1a" providerId="LiveId" clId="{8D0C4816-96AC-4FF1-BBFC-B7C0097ACA94}" dt="2023-11-01T22:05:51.774" v="461" actId="20577"/>
        <pc:sldMkLst>
          <pc:docMk/>
          <pc:sldMk cId="2541903267" sldId="279"/>
        </pc:sldMkLst>
      </pc:sldChg>
      <pc:sldChg chg="del">
        <pc:chgData name="Adriano Borgatto" userId="e50a874dfa6d3f1a" providerId="LiveId" clId="{8D0C4816-96AC-4FF1-BBFC-B7C0097ACA94}" dt="2023-11-01T20:19:32.185" v="71" actId="2696"/>
        <pc:sldMkLst>
          <pc:docMk/>
          <pc:sldMk cId="2636992175" sldId="279"/>
        </pc:sldMkLst>
      </pc:sldChg>
      <pc:sldChg chg="del">
        <pc:chgData name="Adriano Borgatto" userId="e50a874dfa6d3f1a" providerId="LiveId" clId="{8D0C4816-96AC-4FF1-BBFC-B7C0097ACA94}" dt="2023-11-01T20:19:32.185" v="71" actId="2696"/>
        <pc:sldMkLst>
          <pc:docMk/>
          <pc:sldMk cId="475758122" sldId="280"/>
        </pc:sldMkLst>
      </pc:sldChg>
      <pc:sldChg chg="add del">
        <pc:chgData name="Adriano Borgatto" userId="e50a874dfa6d3f1a" providerId="LiveId" clId="{8D0C4816-96AC-4FF1-BBFC-B7C0097ACA94}" dt="2023-11-01T22:05:55.330" v="462" actId="47"/>
        <pc:sldMkLst>
          <pc:docMk/>
          <pc:sldMk cId="1810783888" sldId="280"/>
        </pc:sldMkLst>
      </pc:sldChg>
      <pc:sldChg chg="del">
        <pc:chgData name="Adriano Borgatto" userId="e50a874dfa6d3f1a" providerId="LiveId" clId="{8D0C4816-96AC-4FF1-BBFC-B7C0097ACA94}" dt="2023-11-01T20:19:32.185" v="71" actId="2696"/>
        <pc:sldMkLst>
          <pc:docMk/>
          <pc:sldMk cId="2693943460" sldId="281"/>
        </pc:sldMkLst>
      </pc:sldChg>
      <pc:sldChg chg="add del">
        <pc:chgData name="Adriano Borgatto" userId="e50a874dfa6d3f1a" providerId="LiveId" clId="{8D0C4816-96AC-4FF1-BBFC-B7C0097ACA94}" dt="2023-11-01T22:05:55.330" v="462" actId="47"/>
        <pc:sldMkLst>
          <pc:docMk/>
          <pc:sldMk cId="3483193503" sldId="281"/>
        </pc:sldMkLst>
      </pc:sldChg>
      <pc:sldChg chg="add del">
        <pc:chgData name="Adriano Borgatto" userId="e50a874dfa6d3f1a" providerId="LiveId" clId="{8D0C4816-96AC-4FF1-BBFC-B7C0097ACA94}" dt="2023-11-01T22:05:55.330" v="462" actId="47"/>
        <pc:sldMkLst>
          <pc:docMk/>
          <pc:sldMk cId="1845280363" sldId="282"/>
        </pc:sldMkLst>
      </pc:sldChg>
      <pc:sldChg chg="del">
        <pc:chgData name="Adriano Borgatto" userId="e50a874dfa6d3f1a" providerId="LiveId" clId="{8D0C4816-96AC-4FF1-BBFC-B7C0097ACA94}" dt="2023-11-01T20:19:32.185" v="71" actId="2696"/>
        <pc:sldMkLst>
          <pc:docMk/>
          <pc:sldMk cId="2250039892" sldId="282"/>
        </pc:sldMkLst>
      </pc:sldChg>
      <pc:sldChg chg="del">
        <pc:chgData name="Adriano Borgatto" userId="e50a874dfa6d3f1a" providerId="LiveId" clId="{8D0C4816-96AC-4FF1-BBFC-B7C0097ACA94}" dt="2023-11-01T20:19:32.185" v="71" actId="2696"/>
        <pc:sldMkLst>
          <pc:docMk/>
          <pc:sldMk cId="251538182" sldId="283"/>
        </pc:sldMkLst>
      </pc:sldChg>
      <pc:sldChg chg="modSp add del mod">
        <pc:chgData name="Adriano Borgatto" userId="e50a874dfa6d3f1a" providerId="LiveId" clId="{8D0C4816-96AC-4FF1-BBFC-B7C0097ACA94}" dt="2023-11-06T10:49:44.614" v="502" actId="2696"/>
        <pc:sldMkLst>
          <pc:docMk/>
          <pc:sldMk cId="1736721977" sldId="283"/>
        </pc:sldMkLst>
      </pc:sldChg>
      <pc:sldChg chg="del">
        <pc:chgData name="Adriano Borgatto" userId="e50a874dfa6d3f1a" providerId="LiveId" clId="{8D0C4816-96AC-4FF1-BBFC-B7C0097ACA94}" dt="2023-11-01T20:19:32.185" v="71" actId="2696"/>
        <pc:sldMkLst>
          <pc:docMk/>
          <pc:sldMk cId="3429975256" sldId="284"/>
        </pc:sldMkLst>
      </pc:sldChg>
    </pc:docChg>
  </pc:docChgLst>
  <pc:docChgLst>
    <pc:chgData name="Adriano Borgatto" userId="e50a874dfa6d3f1a" providerId="LiveId" clId="{7D7D52C0-1FE2-42DA-B7DB-74465ED70E91}"/>
    <pc:docChg chg="undo custSel addSld delSld modSld">
      <pc:chgData name="Adriano Borgatto" userId="e50a874dfa6d3f1a" providerId="LiveId" clId="{7D7D52C0-1FE2-42DA-B7DB-74465ED70E91}" dt="2022-04-06T10:40:01.394" v="774"/>
      <pc:docMkLst>
        <pc:docMk/>
      </pc:docMkLst>
      <pc:sldChg chg="addSp modSp mod">
        <pc:chgData name="Adriano Borgatto" userId="e50a874dfa6d3f1a" providerId="LiveId" clId="{7D7D52C0-1FE2-42DA-B7DB-74465ED70E91}" dt="2022-04-05T18:49:34.479" v="235" actId="1076"/>
        <pc:sldMkLst>
          <pc:docMk/>
          <pc:sldMk cId="3945532463" sldId="272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1459410471" sldId="273"/>
        </pc:sldMkLst>
      </pc:sldChg>
      <pc:sldChg chg="addSp delSp modSp add mod">
        <pc:chgData name="Adriano Borgatto" userId="e50a874dfa6d3f1a" providerId="LiveId" clId="{7D7D52C0-1FE2-42DA-B7DB-74465ED70E91}" dt="2022-04-05T18:55:53.417" v="376" actId="1035"/>
        <pc:sldMkLst>
          <pc:docMk/>
          <pc:sldMk cId="3698887128" sldId="273"/>
        </pc:sldMkLst>
      </pc:sldChg>
      <pc:sldChg chg="addSp modSp add mod">
        <pc:chgData name="Adriano Borgatto" userId="e50a874dfa6d3f1a" providerId="LiveId" clId="{7D7D52C0-1FE2-42DA-B7DB-74465ED70E91}" dt="2022-04-05T18:58:28.368" v="400" actId="6549"/>
        <pc:sldMkLst>
          <pc:docMk/>
          <pc:sldMk cId="3230795952" sldId="274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89261101" sldId="274"/>
        </pc:sldMkLst>
      </pc:sldChg>
      <pc:sldChg chg="addSp modSp add mod">
        <pc:chgData name="Adriano Borgatto" userId="e50a874dfa6d3f1a" providerId="LiveId" clId="{7D7D52C0-1FE2-42DA-B7DB-74465ED70E91}" dt="2022-04-05T19:08:57.302" v="442"/>
        <pc:sldMkLst>
          <pc:docMk/>
          <pc:sldMk cId="502828303" sldId="275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52631124" sldId="275"/>
        </pc:sldMkLst>
      </pc:sldChg>
      <pc:sldChg chg="addSp modSp add mod">
        <pc:chgData name="Adriano Borgatto" userId="e50a874dfa6d3f1a" providerId="LiveId" clId="{7D7D52C0-1FE2-42DA-B7DB-74465ED70E91}" dt="2022-04-06T10:39:34.714" v="773"/>
        <pc:sldMkLst>
          <pc:docMk/>
          <pc:sldMk cId="1778712995" sldId="276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14476370" sldId="276"/>
        </pc:sldMkLst>
      </pc:sldChg>
      <pc:sldChg chg="addSp modSp add mod">
        <pc:chgData name="Adriano Borgatto" userId="e50a874dfa6d3f1a" providerId="LiveId" clId="{7D7D52C0-1FE2-42DA-B7DB-74465ED70E91}" dt="2022-04-05T19:22:03.484" v="520" actId="20577"/>
        <pc:sldMkLst>
          <pc:docMk/>
          <pc:sldMk cId="1543133925" sldId="277"/>
        </pc:sldMkLst>
      </pc:sldChg>
      <pc:sldChg chg="addSp modSp add mod">
        <pc:chgData name="Adriano Borgatto" userId="e50a874dfa6d3f1a" providerId="LiveId" clId="{7D7D52C0-1FE2-42DA-B7DB-74465ED70E91}" dt="2022-04-05T19:28:34.247" v="680" actId="20577"/>
        <pc:sldMkLst>
          <pc:docMk/>
          <pc:sldMk cId="2420561138" sldId="278"/>
        </pc:sldMkLst>
      </pc:sldChg>
      <pc:sldChg chg="addSp modSp add mod">
        <pc:chgData name="Adriano Borgatto" userId="e50a874dfa6d3f1a" providerId="LiveId" clId="{7D7D52C0-1FE2-42DA-B7DB-74465ED70E91}" dt="2022-04-06T10:40:01.394" v="774"/>
        <pc:sldMkLst>
          <pc:docMk/>
          <pc:sldMk cId="4149999989" sldId="279"/>
        </pc:sldMkLst>
      </pc:sldChg>
      <pc:sldChg chg="addSp delSp modSp add mod">
        <pc:chgData name="Adriano Borgatto" userId="e50a874dfa6d3f1a" providerId="LiveId" clId="{7D7D52C0-1FE2-42DA-B7DB-74465ED70E91}" dt="2022-04-05T20:03:55.263" v="772" actId="20577"/>
        <pc:sldMkLst>
          <pc:docMk/>
          <pc:sldMk cId="2194077890" sldId="280"/>
        </pc:sldMkLst>
      </pc:sldChg>
      <pc:sldChg chg="addSp modSp add mod">
        <pc:chgData name="Adriano Borgatto" userId="e50a874dfa6d3f1a" providerId="LiveId" clId="{7D7D52C0-1FE2-42DA-B7DB-74465ED70E91}" dt="2022-04-05T19:01:17.696" v="425" actId="1036"/>
        <pc:sldMkLst>
          <pc:docMk/>
          <pc:sldMk cId="4271188974" sldId="281"/>
        </pc:sldMkLst>
      </pc:sldChg>
    </pc:docChg>
  </pc:docChgLst>
  <pc:docChgLst>
    <pc:chgData name="Adriano Borgatto" userId="e50a874dfa6d3f1a" providerId="LiveId" clId="{DE524013-6D21-4E19-BC9D-8384F6A01639}"/>
    <pc:docChg chg="modSld">
      <pc:chgData name="Adriano Borgatto" userId="e50a874dfa6d3f1a" providerId="LiveId" clId="{DE524013-6D21-4E19-BC9D-8384F6A01639}" dt="2022-03-08T12:53:01.291" v="6" actId="20577"/>
      <pc:docMkLst>
        <pc:docMk/>
      </pc:docMkLst>
      <pc:sldChg chg="modSp mod">
        <pc:chgData name="Adriano Borgatto" userId="e50a874dfa6d3f1a" providerId="LiveId" clId="{DE524013-6D21-4E19-BC9D-8384F6A01639}" dt="2022-03-08T12:53:01.291" v="6" actId="20577"/>
        <pc:sldMkLst>
          <pc:docMk/>
          <pc:sldMk cId="2013310454" sldId="275"/>
        </pc:sldMkLst>
      </pc:sldChg>
      <pc:sldChg chg="modSp mod">
        <pc:chgData name="Adriano Borgatto" userId="e50a874dfa6d3f1a" providerId="LiveId" clId="{DE524013-6D21-4E19-BC9D-8384F6A01639}" dt="2022-02-14T16:50:43.239" v="2" actId="2057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6541F481-6616-4A64-9FE3-A5FBBEF78CB1}"/>
    <pc:docChg chg="custSel addSld delSld modSld">
      <pc:chgData name="Adriano Borgatto" userId="e50a874dfa6d3f1a" providerId="LiveId" clId="{6541F481-6616-4A64-9FE3-A5FBBEF78CB1}" dt="2022-04-08T18:18:03.540" v="558" actId="1038"/>
      <pc:docMkLst>
        <pc:docMk/>
      </pc:docMkLst>
      <pc:sldChg chg="modSp mod">
        <pc:chgData name="Adriano Borgatto" userId="e50a874dfa6d3f1a" providerId="LiveId" clId="{6541F481-6616-4A64-9FE3-A5FBBEF78CB1}" dt="2022-04-08T17:58:06.451" v="14" actId="20577"/>
        <pc:sldMkLst>
          <pc:docMk/>
          <pc:sldMk cId="0" sldId="256"/>
        </pc:sldMkLst>
      </pc:sldChg>
      <pc:sldChg chg="delSp modSp mod">
        <pc:chgData name="Adriano Borgatto" userId="e50a874dfa6d3f1a" providerId="LiveId" clId="{6541F481-6616-4A64-9FE3-A5FBBEF78CB1}" dt="2022-04-08T18:00:03.800" v="119" actId="1038"/>
        <pc:sldMkLst>
          <pc:docMk/>
          <pc:sldMk cId="3702831240" sldId="273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2368489218" sldId="274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2062778928" sldId="275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346239494" sldId="276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3566070922" sldId="277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41313529" sldId="278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4143191539" sldId="279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120145914" sldId="280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1598819620" sldId="281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1950104133" sldId="282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802637149" sldId="283"/>
        </pc:sldMkLst>
      </pc:sldChg>
      <pc:sldChg chg="addSp modSp mod">
        <pc:chgData name="Adriano Borgatto" userId="e50a874dfa6d3f1a" providerId="LiveId" clId="{6541F481-6616-4A64-9FE3-A5FBBEF78CB1}" dt="2022-04-08T18:01:53.114" v="248" actId="1036"/>
        <pc:sldMkLst>
          <pc:docMk/>
          <pc:sldMk cId="3810926867" sldId="284"/>
        </pc:sldMkLst>
      </pc:sldChg>
      <pc:sldChg chg="addSp delSp modSp mod">
        <pc:chgData name="Adriano Borgatto" userId="e50a874dfa6d3f1a" providerId="LiveId" clId="{6541F481-6616-4A64-9FE3-A5FBBEF78CB1}" dt="2022-04-08T18:07:59.820" v="361" actId="1035"/>
        <pc:sldMkLst>
          <pc:docMk/>
          <pc:sldMk cId="2687751203" sldId="285"/>
        </pc:sldMkLst>
      </pc:sldChg>
      <pc:sldChg chg="addSp delSp modSp mod">
        <pc:chgData name="Adriano Borgatto" userId="e50a874dfa6d3f1a" providerId="LiveId" clId="{6541F481-6616-4A64-9FE3-A5FBBEF78CB1}" dt="2022-04-08T18:12:48.429" v="463" actId="20577"/>
        <pc:sldMkLst>
          <pc:docMk/>
          <pc:sldMk cId="1700320743" sldId="286"/>
        </pc:sldMkLst>
      </pc:sldChg>
      <pc:sldChg chg="addSp delSp modSp add mod">
        <pc:chgData name="Adriano Borgatto" userId="e50a874dfa6d3f1a" providerId="LiveId" clId="{6541F481-6616-4A64-9FE3-A5FBBEF78CB1}" dt="2022-04-08T18:09:29.865" v="414" actId="1038"/>
        <pc:sldMkLst>
          <pc:docMk/>
          <pc:sldMk cId="1810906997" sldId="287"/>
        </pc:sldMkLst>
      </pc:sldChg>
      <pc:sldChg chg="del">
        <pc:chgData name="Adriano Borgatto" userId="e50a874dfa6d3f1a" providerId="LiveId" clId="{6541F481-6616-4A64-9FE3-A5FBBEF78CB1}" dt="2022-04-08T18:00:32.172" v="120" actId="2696"/>
        <pc:sldMkLst>
          <pc:docMk/>
          <pc:sldMk cId="2581699589" sldId="287"/>
        </pc:sldMkLst>
      </pc:sldChg>
      <pc:sldChg chg="addSp delSp modSp add mod">
        <pc:chgData name="Adriano Borgatto" userId="e50a874dfa6d3f1a" providerId="LiveId" clId="{6541F481-6616-4A64-9FE3-A5FBBEF78CB1}" dt="2022-04-08T18:16:40.477" v="510" actId="20577"/>
        <pc:sldMkLst>
          <pc:docMk/>
          <pc:sldMk cId="922395173" sldId="288"/>
        </pc:sldMkLst>
      </pc:sldChg>
      <pc:sldChg chg="addSp delSp modSp add mod">
        <pc:chgData name="Adriano Borgatto" userId="e50a874dfa6d3f1a" providerId="LiveId" clId="{6541F481-6616-4A64-9FE3-A5FBBEF78CB1}" dt="2022-04-08T18:18:03.540" v="558" actId="1038"/>
        <pc:sldMkLst>
          <pc:docMk/>
          <pc:sldMk cId="354263345" sldId="289"/>
        </pc:sldMkLst>
      </pc:sldChg>
    </pc:docChg>
  </pc:docChgLst>
  <pc:docChgLst>
    <pc:chgData name="Adriano Borgatto" userId="e50a874dfa6d3f1a" providerId="LiveId" clId="{FB73804C-91C8-4B7A-B66B-79DD50A88723}"/>
    <pc:docChg chg="undo custSel addSld delSld modSld sldOrd">
      <pc:chgData name="Adriano Borgatto" userId="e50a874dfa6d3f1a" providerId="LiveId" clId="{FB73804C-91C8-4B7A-B66B-79DD50A88723}" dt="2022-04-07T14:11:01.846" v="591" actId="2696"/>
      <pc:docMkLst>
        <pc:docMk/>
      </pc:docMkLst>
      <pc:sldChg chg="modSp mod">
        <pc:chgData name="Adriano Borgatto" userId="e50a874dfa6d3f1a" providerId="LiveId" clId="{FB73804C-91C8-4B7A-B66B-79DD50A88723}" dt="2022-04-07T13:08:59.149" v="20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FB73804C-91C8-4B7A-B66B-79DD50A88723}" dt="2022-04-07T13:44:56.735" v="375" actId="207"/>
        <pc:sldMkLst>
          <pc:docMk/>
          <pc:sldMk cId="3945532463" sldId="272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2744850784" sldId="273"/>
        </pc:sldMkLst>
      </pc:sldChg>
      <pc:sldChg chg="addSp modSp add mod ord">
        <pc:chgData name="Adriano Borgatto" userId="e50a874dfa6d3f1a" providerId="LiveId" clId="{FB73804C-91C8-4B7A-B66B-79DD50A88723}" dt="2022-04-07T13:31:52.098" v="78" actId="207"/>
        <pc:sldMkLst>
          <pc:docMk/>
          <pc:sldMk cId="3702831240" sldId="273"/>
        </pc:sldMkLst>
      </pc:sldChg>
      <pc:sldChg chg="addSp modSp add mod">
        <pc:chgData name="Adriano Borgatto" userId="e50a874dfa6d3f1a" providerId="LiveId" clId="{FB73804C-91C8-4B7A-B66B-79DD50A88723}" dt="2022-04-07T13:36:22.872" v="156" actId="255"/>
        <pc:sldMkLst>
          <pc:docMk/>
          <pc:sldMk cId="425106582" sldId="274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1326634355" sldId="274"/>
        </pc:sldMkLst>
      </pc:sldChg>
      <pc:sldChg chg="addSp modSp add mod">
        <pc:chgData name="Adriano Borgatto" userId="e50a874dfa6d3f1a" providerId="LiveId" clId="{FB73804C-91C8-4B7A-B66B-79DD50A88723}" dt="2022-04-07T13:37:47.433" v="208" actId="948"/>
        <pc:sldMkLst>
          <pc:docMk/>
          <pc:sldMk cId="1744638904" sldId="275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4202683642" sldId="275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1359014504" sldId="276"/>
        </pc:sldMkLst>
      </pc:sldChg>
      <pc:sldChg chg="addSp delSp modSp add mod">
        <pc:chgData name="Adriano Borgatto" userId="e50a874dfa6d3f1a" providerId="LiveId" clId="{FB73804C-91C8-4B7A-B66B-79DD50A88723}" dt="2022-04-07T13:43:26.968" v="331" actId="20577"/>
        <pc:sldMkLst>
          <pc:docMk/>
          <pc:sldMk cId="1754844800" sldId="276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2065482231" sldId="277"/>
        </pc:sldMkLst>
      </pc:sldChg>
      <pc:sldChg chg="addSp modSp add mod">
        <pc:chgData name="Adriano Borgatto" userId="e50a874dfa6d3f1a" providerId="LiveId" clId="{FB73804C-91C8-4B7A-B66B-79DD50A88723}" dt="2022-04-07T13:44:37.278" v="372" actId="207"/>
        <pc:sldMkLst>
          <pc:docMk/>
          <pc:sldMk cId="3451905350" sldId="277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759727275" sldId="278"/>
        </pc:sldMkLst>
      </pc:sldChg>
      <pc:sldChg chg="addSp delSp modSp add mod">
        <pc:chgData name="Adriano Borgatto" userId="e50a874dfa6d3f1a" providerId="LiveId" clId="{FB73804C-91C8-4B7A-B66B-79DD50A88723}" dt="2022-04-07T13:49:34.319" v="434" actId="20577"/>
        <pc:sldMkLst>
          <pc:docMk/>
          <pc:sldMk cId="3499934131" sldId="278"/>
        </pc:sldMkLst>
      </pc:sldChg>
      <pc:sldChg chg="addSp modSp add mod">
        <pc:chgData name="Adriano Borgatto" userId="e50a874dfa6d3f1a" providerId="LiveId" clId="{FB73804C-91C8-4B7A-B66B-79DD50A88723}" dt="2022-04-07T13:58:06.878" v="568" actId="20577"/>
        <pc:sldMkLst>
          <pc:docMk/>
          <pc:sldMk cId="234747056" sldId="279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874013943" sldId="279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2032913519" sldId="280"/>
        </pc:sldMkLst>
      </pc:sldChg>
      <pc:sldChg chg="addSp modSp add mod">
        <pc:chgData name="Adriano Borgatto" userId="e50a874dfa6d3f1a" providerId="LiveId" clId="{FB73804C-91C8-4B7A-B66B-79DD50A88723}" dt="2022-04-07T14:10:57.115" v="590" actId="20577"/>
        <pc:sldMkLst>
          <pc:docMk/>
          <pc:sldMk cId="2495766766" sldId="280"/>
        </pc:sldMkLst>
      </pc:sldChg>
      <pc:sldChg chg="add del">
        <pc:chgData name="Adriano Borgatto" userId="e50a874dfa6d3f1a" providerId="LiveId" clId="{FB73804C-91C8-4B7A-B66B-79DD50A88723}" dt="2022-04-07T14:11:01.846" v="591" actId="2696"/>
        <pc:sldMkLst>
          <pc:docMk/>
          <pc:sldMk cId="2360324441" sldId="281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2942240532" sldId="281"/>
        </pc:sldMkLst>
      </pc:sldChg>
      <pc:sldChg chg="addSp delSp modSp add mod">
        <pc:chgData name="Adriano Borgatto" userId="e50a874dfa6d3f1a" providerId="LiveId" clId="{FB73804C-91C8-4B7A-B66B-79DD50A88723}" dt="2022-04-07T13:39:34.603" v="236" actId="20577"/>
        <pc:sldMkLst>
          <pc:docMk/>
          <pc:sldMk cId="378397243" sldId="282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4171676444" sldId="282"/>
        </pc:sldMkLst>
      </pc:sldChg>
    </pc:docChg>
  </pc:docChgLst>
  <pc:docChgLst>
    <pc:chgData name="Adriano Borgatto" userId="e50a874dfa6d3f1a" providerId="LiveId" clId="{05D56CEC-3832-493C-B3F3-331814CA4B09}"/>
    <pc:docChg chg="undo custSel addSld delSld modSld">
      <pc:chgData name="Adriano Borgatto" userId="e50a874dfa6d3f1a" providerId="LiveId" clId="{05D56CEC-3832-493C-B3F3-331814CA4B09}" dt="2022-04-07T19:55:32.146" v="920" actId="114"/>
      <pc:docMkLst>
        <pc:docMk/>
      </pc:docMkLst>
      <pc:sldChg chg="modSp mod">
        <pc:chgData name="Adriano Borgatto" userId="e50a874dfa6d3f1a" providerId="LiveId" clId="{05D56CEC-3832-493C-B3F3-331814CA4B09}" dt="2022-04-07T14:15:00.675" v="34" actId="20577"/>
        <pc:sldMkLst>
          <pc:docMk/>
          <pc:sldMk cId="0" sldId="256"/>
        </pc:sldMkLst>
      </pc:sldChg>
      <pc:sldChg chg="del">
        <pc:chgData name="Adriano Borgatto" userId="e50a874dfa6d3f1a" providerId="LiveId" clId="{05D56CEC-3832-493C-B3F3-331814CA4B09}" dt="2022-04-07T14:15:12.239" v="35" actId="2696"/>
        <pc:sldMkLst>
          <pc:docMk/>
          <pc:sldMk cId="3945532463" sldId="272"/>
        </pc:sldMkLst>
      </pc:sldChg>
      <pc:sldChg chg="addSp delSp modSp mod">
        <pc:chgData name="Adriano Borgatto" userId="e50a874dfa6d3f1a" providerId="LiveId" clId="{05D56CEC-3832-493C-B3F3-331814CA4B09}" dt="2022-04-07T17:02:06.157" v="897" actId="20577"/>
        <pc:sldMkLst>
          <pc:docMk/>
          <pc:sldMk cId="3702831240" sldId="273"/>
        </pc:sldMkLst>
      </pc:sldChg>
      <pc:sldChg chg="del">
        <pc:chgData name="Adriano Borgatto" userId="e50a874dfa6d3f1a" providerId="LiveId" clId="{05D56CEC-3832-493C-B3F3-331814CA4B09}" dt="2022-04-07T14:15:12.239" v="35" actId="2696"/>
        <pc:sldMkLst>
          <pc:docMk/>
          <pc:sldMk cId="425106582" sldId="274"/>
        </pc:sldMkLst>
      </pc:sldChg>
      <pc:sldChg chg="addSp modSp add mod">
        <pc:chgData name="Adriano Borgatto" userId="e50a874dfa6d3f1a" providerId="LiveId" clId="{05D56CEC-3832-493C-B3F3-331814CA4B09}" dt="2022-04-07T16:42:13.828" v="207" actId="255"/>
        <pc:sldMkLst>
          <pc:docMk/>
          <pc:sldMk cId="1269825257" sldId="274"/>
        </pc:sldMkLst>
      </pc:sldChg>
      <pc:sldChg chg="addSp modSp add">
        <pc:chgData name="Adriano Borgatto" userId="e50a874dfa6d3f1a" providerId="LiveId" clId="{05D56CEC-3832-493C-B3F3-331814CA4B09}" dt="2022-04-07T16:42:41.428" v="222" actId="1038"/>
        <pc:sldMkLst>
          <pc:docMk/>
          <pc:sldMk cId="1370630054" sldId="275"/>
        </pc:sldMkLst>
      </pc:sldChg>
      <pc:sldChg chg="del">
        <pc:chgData name="Adriano Borgatto" userId="e50a874dfa6d3f1a" providerId="LiveId" clId="{05D56CEC-3832-493C-B3F3-331814CA4B09}" dt="2022-04-07T14:15:12.239" v="35" actId="2696"/>
        <pc:sldMkLst>
          <pc:docMk/>
          <pc:sldMk cId="1744638904" sldId="275"/>
        </pc:sldMkLst>
      </pc:sldChg>
      <pc:sldChg chg="addSp delSp modSp add mod">
        <pc:chgData name="Adriano Borgatto" userId="e50a874dfa6d3f1a" providerId="LiveId" clId="{05D56CEC-3832-493C-B3F3-331814CA4B09}" dt="2022-04-07T19:55:32.146" v="920" actId="114"/>
        <pc:sldMkLst>
          <pc:docMk/>
          <pc:sldMk cId="1139758633" sldId="276"/>
        </pc:sldMkLst>
      </pc:sldChg>
      <pc:sldChg chg="del">
        <pc:chgData name="Adriano Borgatto" userId="e50a874dfa6d3f1a" providerId="LiveId" clId="{05D56CEC-3832-493C-B3F3-331814CA4B09}" dt="2022-04-07T14:15:12.239" v="35" actId="2696"/>
        <pc:sldMkLst>
          <pc:docMk/>
          <pc:sldMk cId="1754844800" sldId="276"/>
        </pc:sldMkLst>
      </pc:sldChg>
      <pc:sldChg chg="del">
        <pc:chgData name="Adriano Borgatto" userId="e50a874dfa6d3f1a" providerId="LiveId" clId="{05D56CEC-3832-493C-B3F3-331814CA4B09}" dt="2022-04-07T14:15:12.239" v="35" actId="2696"/>
        <pc:sldMkLst>
          <pc:docMk/>
          <pc:sldMk cId="3451905350" sldId="277"/>
        </pc:sldMkLst>
      </pc:sldChg>
      <pc:sldChg chg="addSp modSp add mod">
        <pc:chgData name="Adriano Borgatto" userId="e50a874dfa6d3f1a" providerId="LiveId" clId="{05D56CEC-3832-493C-B3F3-331814CA4B09}" dt="2022-04-07T17:03:25.680" v="916" actId="113"/>
        <pc:sldMkLst>
          <pc:docMk/>
          <pc:sldMk cId="4020022474" sldId="277"/>
        </pc:sldMkLst>
      </pc:sldChg>
      <pc:sldChg chg="addSp modSp add mod">
        <pc:chgData name="Adriano Borgatto" userId="e50a874dfa6d3f1a" providerId="LiveId" clId="{05D56CEC-3832-493C-B3F3-331814CA4B09}" dt="2022-04-07T17:03:33.638" v="918" actId="1035"/>
        <pc:sldMkLst>
          <pc:docMk/>
          <pc:sldMk cId="2133632414" sldId="278"/>
        </pc:sldMkLst>
      </pc:sldChg>
      <pc:sldChg chg="del">
        <pc:chgData name="Adriano Borgatto" userId="e50a874dfa6d3f1a" providerId="LiveId" clId="{05D56CEC-3832-493C-B3F3-331814CA4B09}" dt="2022-04-07T14:15:12.239" v="35" actId="2696"/>
        <pc:sldMkLst>
          <pc:docMk/>
          <pc:sldMk cId="3499934131" sldId="278"/>
        </pc:sldMkLst>
      </pc:sldChg>
      <pc:sldChg chg="del">
        <pc:chgData name="Adriano Borgatto" userId="e50a874dfa6d3f1a" providerId="LiveId" clId="{05D56CEC-3832-493C-B3F3-331814CA4B09}" dt="2022-04-07T14:15:12.239" v="35" actId="2696"/>
        <pc:sldMkLst>
          <pc:docMk/>
          <pc:sldMk cId="234747056" sldId="279"/>
        </pc:sldMkLst>
      </pc:sldChg>
      <pc:sldChg chg="add del">
        <pc:chgData name="Adriano Borgatto" userId="e50a874dfa6d3f1a" providerId="LiveId" clId="{05D56CEC-3832-493C-B3F3-331814CA4B09}" dt="2022-04-07T17:01:30.881" v="891" actId="47"/>
        <pc:sldMkLst>
          <pc:docMk/>
          <pc:sldMk cId="3495727151" sldId="279"/>
        </pc:sldMkLst>
      </pc:sldChg>
      <pc:sldChg chg="del">
        <pc:chgData name="Adriano Borgatto" userId="e50a874dfa6d3f1a" providerId="LiveId" clId="{05D56CEC-3832-493C-B3F3-331814CA4B09}" dt="2022-04-07T14:15:12.239" v="35" actId="2696"/>
        <pc:sldMkLst>
          <pc:docMk/>
          <pc:sldMk cId="2495766766" sldId="280"/>
        </pc:sldMkLst>
      </pc:sldChg>
      <pc:sldChg chg="add del">
        <pc:chgData name="Adriano Borgatto" userId="e50a874dfa6d3f1a" providerId="LiveId" clId="{05D56CEC-3832-493C-B3F3-331814CA4B09}" dt="2022-04-07T17:01:30.881" v="891" actId="47"/>
        <pc:sldMkLst>
          <pc:docMk/>
          <pc:sldMk cId="3428099541" sldId="280"/>
        </pc:sldMkLst>
      </pc:sldChg>
      <pc:sldChg chg="add del">
        <pc:chgData name="Adriano Borgatto" userId="e50a874dfa6d3f1a" providerId="LiveId" clId="{05D56CEC-3832-493C-B3F3-331814CA4B09}" dt="2022-04-07T17:01:30.881" v="891" actId="47"/>
        <pc:sldMkLst>
          <pc:docMk/>
          <pc:sldMk cId="317825374" sldId="281"/>
        </pc:sldMkLst>
      </pc:sldChg>
      <pc:sldChg chg="del">
        <pc:chgData name="Adriano Borgatto" userId="e50a874dfa6d3f1a" providerId="LiveId" clId="{05D56CEC-3832-493C-B3F3-331814CA4B09}" dt="2022-04-07T14:15:12.239" v="35" actId="2696"/>
        <pc:sldMkLst>
          <pc:docMk/>
          <pc:sldMk cId="378397243" sldId="282"/>
        </pc:sldMkLst>
      </pc:sldChg>
      <pc:sldChg chg="add del">
        <pc:chgData name="Adriano Borgatto" userId="e50a874dfa6d3f1a" providerId="LiveId" clId="{05D56CEC-3832-493C-B3F3-331814CA4B09}" dt="2022-04-07T17:01:30.881" v="891" actId="47"/>
        <pc:sldMkLst>
          <pc:docMk/>
          <pc:sldMk cId="711673835" sldId="282"/>
        </pc:sldMkLst>
      </pc:sldChg>
    </pc:docChg>
  </pc:docChgLst>
  <pc:docChgLst>
    <pc:chgData name="Adriano Borgatto" userId="e50a874dfa6d3f1a" providerId="LiveId" clId="{E654962D-86EF-4A32-A237-F09CE5C4193F}"/>
    <pc:docChg chg="undo custSel addSld delSld modSld">
      <pc:chgData name="Adriano Borgatto" userId="e50a874dfa6d3f1a" providerId="LiveId" clId="{E654962D-86EF-4A32-A237-F09CE5C4193F}" dt="2025-02-26T16:50:03.074" v="68" actId="14100"/>
      <pc:docMkLst>
        <pc:docMk/>
      </pc:docMkLst>
      <pc:sldChg chg="addSp modSp add mod">
        <pc:chgData name="Adriano Borgatto" userId="e50a874dfa6d3f1a" providerId="LiveId" clId="{E654962D-86EF-4A32-A237-F09CE5C4193F}" dt="2025-02-26T16:46:29.582" v="30" actId="22"/>
        <pc:sldMkLst>
          <pc:docMk/>
          <pc:sldMk cId="902524881" sldId="279"/>
        </pc:sldMkLst>
        <pc:spChg chg="mod">
          <ac:chgData name="Adriano Borgatto" userId="e50a874dfa6d3f1a" providerId="LiveId" clId="{E654962D-86EF-4A32-A237-F09CE5C4193F}" dt="2025-02-26T16:44:51.629" v="27" actId="20577"/>
          <ac:spMkLst>
            <pc:docMk/>
            <pc:sldMk cId="902524881" sldId="279"/>
            <ac:spMk id="2" creationId="{1455CB0A-B22F-0684-EF91-2E3FBCD1FB67}"/>
          </ac:spMkLst>
        </pc:spChg>
        <pc:spChg chg="mod">
          <ac:chgData name="Adriano Borgatto" userId="e50a874dfa6d3f1a" providerId="LiveId" clId="{E654962D-86EF-4A32-A237-F09CE5C4193F}" dt="2025-02-26T16:45:11.568" v="29" actId="20577"/>
          <ac:spMkLst>
            <pc:docMk/>
            <pc:sldMk cId="902524881" sldId="279"/>
            <ac:spMk id="4" creationId="{9345B24B-AD38-F60B-3024-0F9777A368E2}"/>
          </ac:spMkLst>
        </pc:spChg>
        <pc:picChg chg="add">
          <ac:chgData name="Adriano Borgatto" userId="e50a874dfa6d3f1a" providerId="LiveId" clId="{E654962D-86EF-4A32-A237-F09CE5C4193F}" dt="2025-02-26T16:46:29.582" v="30" actId="22"/>
          <ac:picMkLst>
            <pc:docMk/>
            <pc:sldMk cId="902524881" sldId="279"/>
            <ac:picMk id="5" creationId="{201D2FB2-DCEB-E8CF-1D82-1EE611955C5F}"/>
          </ac:picMkLst>
        </pc:picChg>
      </pc:sldChg>
      <pc:sldChg chg="del">
        <pc:chgData name="Adriano Borgatto" userId="e50a874dfa6d3f1a" providerId="LiveId" clId="{E654962D-86EF-4A32-A237-F09CE5C4193F}" dt="2025-02-26T16:42:38.927" v="0" actId="2696"/>
        <pc:sldMkLst>
          <pc:docMk/>
          <pc:sldMk cId="2541903267" sldId="279"/>
        </pc:sldMkLst>
      </pc:sldChg>
      <pc:sldChg chg="addSp delSp modSp add mod">
        <pc:chgData name="Adriano Borgatto" userId="e50a874dfa6d3f1a" providerId="LiveId" clId="{E654962D-86EF-4A32-A237-F09CE5C4193F}" dt="2025-02-26T16:50:03.074" v="68" actId="14100"/>
        <pc:sldMkLst>
          <pc:docMk/>
          <pc:sldMk cId="3825854618" sldId="280"/>
        </pc:sldMkLst>
        <pc:spChg chg="mod">
          <ac:chgData name="Adriano Borgatto" userId="e50a874dfa6d3f1a" providerId="LiveId" clId="{E654962D-86EF-4A32-A237-F09CE5C4193F}" dt="2025-02-26T16:48:43.956" v="38" actId="20577"/>
          <ac:spMkLst>
            <pc:docMk/>
            <pc:sldMk cId="3825854618" sldId="280"/>
            <ac:spMk id="4" creationId="{4C1A226E-9474-190F-8175-155843937C7D}"/>
          </ac:spMkLst>
        </pc:spChg>
        <pc:spChg chg="add mod">
          <ac:chgData name="Adriano Borgatto" userId="e50a874dfa6d3f1a" providerId="LiveId" clId="{E654962D-86EF-4A32-A237-F09CE5C4193F}" dt="2025-02-26T16:49:50.004" v="64" actId="114"/>
          <ac:spMkLst>
            <pc:docMk/>
            <pc:sldMk cId="3825854618" sldId="280"/>
            <ac:spMk id="6" creationId="{CA847FF2-1C38-A1E4-6367-CB73D9AAF94C}"/>
          </ac:spMkLst>
        </pc:spChg>
        <pc:spChg chg="add mod">
          <ac:chgData name="Adriano Borgatto" userId="e50a874dfa6d3f1a" providerId="LiveId" clId="{E654962D-86EF-4A32-A237-F09CE5C4193F}" dt="2025-02-26T16:50:03.074" v="68" actId="14100"/>
          <ac:spMkLst>
            <pc:docMk/>
            <pc:sldMk cId="3825854618" sldId="280"/>
            <ac:spMk id="8" creationId="{CD388F12-01DA-0708-2124-F08C164D525E}"/>
          </ac:spMkLst>
        </pc:spChg>
        <pc:spChg chg="add mod">
          <ac:chgData name="Adriano Borgatto" userId="e50a874dfa6d3f1a" providerId="LiveId" clId="{E654962D-86EF-4A32-A237-F09CE5C4193F}" dt="2025-02-26T16:49:57.548" v="67" actId="1036"/>
          <ac:spMkLst>
            <pc:docMk/>
            <pc:sldMk cId="3825854618" sldId="280"/>
            <ac:spMk id="10" creationId="{B1764D92-0AA5-3E28-2180-946089D0F312}"/>
          </ac:spMkLst>
        </pc:spChg>
        <pc:picChg chg="del">
          <ac:chgData name="Adriano Borgatto" userId="e50a874dfa6d3f1a" providerId="LiveId" clId="{E654962D-86EF-4A32-A237-F09CE5C4193F}" dt="2025-02-26T16:48:45.759" v="39" actId="478"/>
          <ac:picMkLst>
            <pc:docMk/>
            <pc:sldMk cId="3825854618" sldId="280"/>
            <ac:picMk id="5" creationId="{3441ACFA-BDA3-E3F5-4B6A-801E8B68C06F}"/>
          </ac:picMkLst>
        </pc:picChg>
      </pc:sldChg>
    </pc:docChg>
  </pc:docChgLst>
  <pc:docChgLst>
    <pc:chgData name="Adriano Borgatto" userId="e50a874dfa6d3f1a" providerId="LiveId" clId="{DE5301EE-E143-49CE-A301-3B82DD95FC54}"/>
    <pc:docChg chg="undo custSel addSld delSld modSld">
      <pc:chgData name="Adriano Borgatto" userId="e50a874dfa6d3f1a" providerId="LiveId" clId="{DE5301EE-E143-49CE-A301-3B82DD95FC54}" dt="2022-04-06T19:50:44.459" v="523" actId="1076"/>
      <pc:docMkLst>
        <pc:docMk/>
      </pc:docMkLst>
      <pc:sldChg chg="addSp delSp modSp mod">
        <pc:chgData name="Adriano Borgatto" userId="e50a874dfa6d3f1a" providerId="LiveId" clId="{DE5301EE-E143-49CE-A301-3B82DD95FC54}" dt="2022-04-06T19:14:29.350" v="63" actId="1035"/>
        <pc:sldMkLst>
          <pc:docMk/>
          <pc:sldMk cId="3945532463" sldId="272"/>
        </pc:sldMkLst>
      </pc:sldChg>
      <pc:sldChg chg="addSp delSp modSp add mod">
        <pc:chgData name="Adriano Borgatto" userId="e50a874dfa6d3f1a" providerId="LiveId" clId="{DE5301EE-E143-49CE-A301-3B82DD95FC54}" dt="2022-04-06T19:15:29.320" v="120" actId="1035"/>
        <pc:sldMkLst>
          <pc:docMk/>
          <pc:sldMk cId="2744850784" sldId="273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3698887128" sldId="273"/>
        </pc:sldMkLst>
      </pc:sldChg>
      <pc:sldChg chg="addSp delSp modSp add mod">
        <pc:chgData name="Adriano Borgatto" userId="e50a874dfa6d3f1a" providerId="LiveId" clId="{DE5301EE-E143-49CE-A301-3B82DD95FC54}" dt="2022-04-06T19:16:46" v="172" actId="1038"/>
        <pc:sldMkLst>
          <pc:docMk/>
          <pc:sldMk cId="1326634355" sldId="274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3230795952" sldId="274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502828303" sldId="275"/>
        </pc:sldMkLst>
      </pc:sldChg>
      <pc:sldChg chg="addSp modSp add">
        <pc:chgData name="Adriano Borgatto" userId="e50a874dfa6d3f1a" providerId="LiveId" clId="{DE5301EE-E143-49CE-A301-3B82DD95FC54}" dt="2022-04-06T19:17:11.367" v="187" actId="1036"/>
        <pc:sldMkLst>
          <pc:docMk/>
          <pc:sldMk cId="4202683642" sldId="275"/>
        </pc:sldMkLst>
      </pc:sldChg>
      <pc:sldChg chg="addSp modSp add mod">
        <pc:chgData name="Adriano Borgatto" userId="e50a874dfa6d3f1a" providerId="LiveId" clId="{DE5301EE-E143-49CE-A301-3B82DD95FC54}" dt="2022-04-06T19:17:33.810" v="213"/>
        <pc:sldMkLst>
          <pc:docMk/>
          <pc:sldMk cId="1359014504" sldId="276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1778712995" sldId="276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1543133925" sldId="277"/>
        </pc:sldMkLst>
      </pc:sldChg>
      <pc:sldChg chg="addSp delSp modSp add mod">
        <pc:chgData name="Adriano Borgatto" userId="e50a874dfa6d3f1a" providerId="LiveId" clId="{DE5301EE-E143-49CE-A301-3B82DD95FC54}" dt="2022-04-06T19:19:41.155" v="263"/>
        <pc:sldMkLst>
          <pc:docMk/>
          <pc:sldMk cId="2065482231" sldId="277"/>
        </pc:sldMkLst>
      </pc:sldChg>
      <pc:sldChg chg="addSp modSp add mod">
        <pc:chgData name="Adriano Borgatto" userId="e50a874dfa6d3f1a" providerId="LiveId" clId="{DE5301EE-E143-49CE-A301-3B82DD95FC54}" dt="2022-04-06T19:29:00.668" v="461" actId="1036"/>
        <pc:sldMkLst>
          <pc:docMk/>
          <pc:sldMk cId="759727275" sldId="278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2420561138" sldId="278"/>
        </pc:sldMkLst>
      </pc:sldChg>
      <pc:sldChg chg="addSp modSp add mod">
        <pc:chgData name="Adriano Borgatto" userId="e50a874dfa6d3f1a" providerId="LiveId" clId="{DE5301EE-E143-49CE-A301-3B82DD95FC54}" dt="2022-04-06T19:44:12.944" v="483"/>
        <pc:sldMkLst>
          <pc:docMk/>
          <pc:sldMk cId="874013943" sldId="279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4149999989" sldId="279"/>
        </pc:sldMkLst>
      </pc:sldChg>
      <pc:sldChg chg="addSp modSp add mod">
        <pc:chgData name="Adriano Borgatto" userId="e50a874dfa6d3f1a" providerId="LiveId" clId="{DE5301EE-E143-49CE-A301-3B82DD95FC54}" dt="2022-04-06T19:45:26.446" v="493" actId="1038"/>
        <pc:sldMkLst>
          <pc:docMk/>
          <pc:sldMk cId="2032913519" sldId="280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2194077890" sldId="280"/>
        </pc:sldMkLst>
      </pc:sldChg>
      <pc:sldChg chg="addSp modSp add mod">
        <pc:chgData name="Adriano Borgatto" userId="e50a874dfa6d3f1a" providerId="LiveId" clId="{DE5301EE-E143-49CE-A301-3B82DD95FC54}" dt="2022-04-06T19:49:24.615" v="507" actId="20577"/>
        <pc:sldMkLst>
          <pc:docMk/>
          <pc:sldMk cId="2942240532" sldId="281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4271188974" sldId="281"/>
        </pc:sldMkLst>
      </pc:sldChg>
      <pc:sldChg chg="addSp modSp add mod">
        <pc:chgData name="Adriano Borgatto" userId="e50a874dfa6d3f1a" providerId="LiveId" clId="{DE5301EE-E143-49CE-A301-3B82DD95FC54}" dt="2022-04-06T19:50:44.459" v="523" actId="1076"/>
        <pc:sldMkLst>
          <pc:docMk/>
          <pc:sldMk cId="4171676444" sldId="282"/>
        </pc:sldMkLst>
      </pc:sldChg>
      <pc:sldChg chg="add del">
        <pc:chgData name="Adriano Borgatto" userId="e50a874dfa6d3f1a" providerId="LiveId" clId="{DE5301EE-E143-49CE-A301-3B82DD95FC54}" dt="2022-04-06T19:49:35.728" v="515" actId="47"/>
        <pc:sldMkLst>
          <pc:docMk/>
          <pc:sldMk cId="867960421" sldId="283"/>
        </pc:sldMkLst>
      </pc:sldChg>
    </pc:docChg>
  </pc:docChgLst>
  <pc:docChgLst>
    <pc:chgData name="Adriano Borgatto" userId="e50a874dfa6d3f1a" providerId="LiveId" clId="{BC181C97-953D-4172-B9C0-6D83A184D733}"/>
    <pc:docChg chg="undo custSel addSld delSld modSld">
      <pc:chgData name="Adriano Borgatto" userId="e50a874dfa6d3f1a" providerId="LiveId" clId="{BC181C97-953D-4172-B9C0-6D83A184D733}" dt="2022-04-04T16:27:20.060" v="1032" actId="20577"/>
      <pc:docMkLst>
        <pc:docMk/>
      </pc:docMkLst>
      <pc:sldChg chg="addSp delSp modSp mod">
        <pc:chgData name="Adriano Borgatto" userId="e50a874dfa6d3f1a" providerId="LiveId" clId="{BC181C97-953D-4172-B9C0-6D83A184D733}" dt="2022-04-04T14:14:38.031" v="627" actId="14100"/>
        <pc:sldMkLst>
          <pc:docMk/>
          <pc:sldMk cId="0" sldId="258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652844300" sldId="259"/>
        </pc:sldMkLst>
      </pc:sldChg>
      <pc:sldChg chg="addSp modSp add mod">
        <pc:chgData name="Adriano Borgatto" userId="e50a874dfa6d3f1a" providerId="LiveId" clId="{BC181C97-953D-4172-B9C0-6D83A184D733}" dt="2022-04-04T14:04:16.654" v="186" actId="20577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BC181C97-953D-4172-B9C0-6D83A184D733}" dt="2022-04-04T14:11:45.587" v="549" actId="1036"/>
        <pc:sldMkLst>
          <pc:docMk/>
          <pc:sldMk cId="2613099061" sldId="26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74184503" sldId="261"/>
        </pc:sldMkLst>
      </pc:sldChg>
      <pc:sldChg chg="addSp modSp add mod">
        <pc:chgData name="Adriano Borgatto" userId="e50a874dfa6d3f1a" providerId="LiveId" clId="{BC181C97-953D-4172-B9C0-6D83A184D733}" dt="2022-04-04T14:20:25.735" v="749" actId="1076"/>
        <pc:sldMkLst>
          <pc:docMk/>
          <pc:sldMk cId="2203118664" sldId="261"/>
        </pc:sldMkLst>
      </pc:sldChg>
      <pc:sldChg chg="addSp delSp modSp add mod">
        <pc:chgData name="Adriano Borgatto" userId="e50a874dfa6d3f1a" providerId="LiveId" clId="{BC181C97-953D-4172-B9C0-6D83A184D733}" dt="2022-04-04T14:20:32.102" v="751"/>
        <pc:sldMkLst>
          <pc:docMk/>
          <pc:sldMk cId="371732222" sldId="26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611410075" sldId="262"/>
        </pc:sldMkLst>
      </pc:sldChg>
      <pc:sldChg chg="addSp delSp modSp add mod">
        <pc:chgData name="Adriano Borgatto" userId="e50a874dfa6d3f1a" providerId="LiveId" clId="{BC181C97-953D-4172-B9C0-6D83A184D733}" dt="2022-04-04T14:20:38.087" v="753"/>
        <pc:sldMkLst>
          <pc:docMk/>
          <pc:sldMk cId="1158927129" sldId="263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831347756" sldId="263"/>
        </pc:sldMkLst>
      </pc:sldChg>
      <pc:sldChg chg="addSp modSp add mod">
        <pc:chgData name="Adriano Borgatto" userId="e50a874dfa6d3f1a" providerId="LiveId" clId="{BC181C97-953D-4172-B9C0-6D83A184D733}" dt="2022-04-04T14:24:41.140" v="852" actId="122"/>
        <pc:sldMkLst>
          <pc:docMk/>
          <pc:sldMk cId="1813755357" sldId="264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014035416" sldId="264"/>
        </pc:sldMkLst>
      </pc:sldChg>
      <pc:sldChg chg="addSp modSp add mod">
        <pc:chgData name="Adriano Borgatto" userId="e50a874dfa6d3f1a" providerId="LiveId" clId="{BC181C97-953D-4172-B9C0-6D83A184D733}" dt="2022-04-04T14:31:32.988" v="902" actId="1035"/>
        <pc:sldMkLst>
          <pc:docMk/>
          <pc:sldMk cId="443477199" sldId="265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BC181C97-953D-4172-B9C0-6D83A184D733}" dt="2022-04-04T16:27:20.060" v="1032" actId="20577"/>
        <pc:sldMkLst>
          <pc:docMk/>
          <pc:sldMk cId="2292630170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072415336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07021074" sldId="267"/>
        </pc:sldMkLst>
      </pc:sldChg>
      <pc:sldChg chg="addSp delSp modSp add mod">
        <pc:chgData name="Adriano Borgatto" userId="e50a874dfa6d3f1a" providerId="LiveId" clId="{BC181C97-953D-4172-B9C0-6D83A184D733}" dt="2022-04-04T14:04:12.096" v="185" actId="1038"/>
        <pc:sldMkLst>
          <pc:docMk/>
          <pc:sldMk cId="2969784623" sldId="267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1817576425" sldId="268"/>
        </pc:sldMkLst>
      </pc:sldChg>
      <pc:sldChg chg="addSp delSp modSp add mod">
        <pc:chgData name="Adriano Borgatto" userId="e50a874dfa6d3f1a" providerId="LiveId" clId="{BC181C97-953D-4172-B9C0-6D83A184D733}" dt="2022-04-04T14:15:48.607" v="644" actId="207"/>
        <pc:sldMkLst>
          <pc:docMk/>
          <pc:sldMk cId="1949786334" sldId="268"/>
        </pc:sldMkLst>
      </pc:sldChg>
      <pc:sldChg chg="delSp add del mod">
        <pc:chgData name="Adriano Borgatto" userId="e50a874dfa6d3f1a" providerId="LiveId" clId="{BC181C97-953D-4172-B9C0-6D83A184D733}" dt="2022-04-04T14:15:55.478" v="645" actId="47"/>
        <pc:sldMkLst>
          <pc:docMk/>
          <pc:sldMk cId="1522573566" sldId="269"/>
        </pc:sldMkLst>
      </pc:sldChg>
      <pc:sldChg chg="add">
        <pc:chgData name="Adriano Borgatto" userId="e50a874dfa6d3f1a" providerId="LiveId" clId="{BC181C97-953D-4172-B9C0-6D83A184D733}" dt="2022-04-04T14:13:12.689" v="554" actId="2890"/>
        <pc:sldMkLst>
          <pc:docMk/>
          <pc:sldMk cId="2328634869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15427500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92579993" sldId="271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281397298" sldId="27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2F3F8181-2672-42F6-B6AE-80B8568FAA7A}"/>
    <pc:docChg chg="undo custSel addSld delSld modSld">
      <pc:chgData name="Adriano Borgatto" userId="e50a874dfa6d3f1a" providerId="LiveId" clId="{2F3F8181-2672-42F6-B6AE-80B8568FAA7A}" dt="2022-04-04T19:11:21.987" v="1012" actId="2696"/>
      <pc:docMkLst>
        <pc:docMk/>
      </pc:docMkLst>
      <pc:sldChg chg="modSp mod">
        <pc:chgData name="Adriano Borgatto" userId="e50a874dfa6d3f1a" providerId="LiveId" clId="{2F3F8181-2672-42F6-B6AE-80B8568FAA7A}" dt="2022-04-04T17:24:38.463" v="19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2F3F8181-2672-42F6-B6AE-80B8568FAA7A}" dt="2022-04-04T17:27:15.963" v="103" actId="6549"/>
        <pc:sldMkLst>
          <pc:docMk/>
          <pc:sldMk cId="0" sldId="25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149392784" sldId="259"/>
        </pc:sldMkLst>
      </pc:sldChg>
      <pc:sldChg chg="addSp modSp add mod">
        <pc:chgData name="Adriano Borgatto" userId="e50a874dfa6d3f1a" providerId="LiveId" clId="{2F3F8181-2672-42F6-B6AE-80B8568FAA7A}" dt="2022-04-04T17:36:41.621" v="506" actId="113"/>
        <pc:sldMkLst>
          <pc:docMk/>
          <pc:sldMk cId="3697426403" sldId="259"/>
        </pc:sldMkLst>
      </pc:sldChg>
      <pc:sldChg chg="addSp modSp add">
        <pc:chgData name="Adriano Borgatto" userId="e50a874dfa6d3f1a" providerId="LiveId" clId="{2F3F8181-2672-42F6-B6AE-80B8568FAA7A}" dt="2022-04-04T17:29:09.381" v="120" actId="2711"/>
        <pc:sldMkLst>
          <pc:docMk/>
          <pc:sldMk cId="608067873" sldId="26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068761576" sldId="260"/>
        </pc:sldMkLst>
      </pc:sldChg>
      <pc:sldChg chg="addSp delSp modSp add mod">
        <pc:chgData name="Adriano Borgatto" userId="e50a874dfa6d3f1a" providerId="LiveId" clId="{2F3F8181-2672-42F6-B6AE-80B8568FAA7A}" dt="2022-04-04T17:52:45.325" v="609" actId="1037"/>
        <pc:sldMkLst>
          <pc:docMk/>
          <pc:sldMk cId="180271443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27334546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26345594" sldId="262"/>
        </pc:sldMkLst>
      </pc:sldChg>
      <pc:sldChg chg="addSp modSp add mod">
        <pc:chgData name="Adriano Borgatto" userId="e50a874dfa6d3f1a" providerId="LiveId" clId="{2F3F8181-2672-42F6-B6AE-80B8568FAA7A}" dt="2022-04-04T17:50:52.447" v="596" actId="1037"/>
        <pc:sldMkLst>
          <pc:docMk/>
          <pc:sldMk cId="3606920721" sldId="262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47841580" sldId="263"/>
        </pc:sldMkLst>
      </pc:sldChg>
      <pc:sldChg chg="addSp modSp add mod">
        <pc:chgData name="Adriano Borgatto" userId="e50a874dfa6d3f1a" providerId="LiveId" clId="{2F3F8181-2672-42F6-B6AE-80B8568FAA7A}" dt="2022-04-04T18:22:13.527" v="787" actId="20577"/>
        <pc:sldMkLst>
          <pc:docMk/>
          <pc:sldMk cId="3258561624" sldId="263"/>
        </pc:sldMkLst>
      </pc:sldChg>
      <pc:sldChg chg="addSp modSp add mod">
        <pc:chgData name="Adriano Borgatto" userId="e50a874dfa6d3f1a" providerId="LiveId" clId="{2F3F8181-2672-42F6-B6AE-80B8568FAA7A}" dt="2022-04-04T18:26:37.167" v="807" actId="1076"/>
        <pc:sldMkLst>
          <pc:docMk/>
          <pc:sldMk cId="1411557354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34771876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9759791" sldId="265"/>
        </pc:sldMkLst>
      </pc:sldChg>
      <pc:sldChg chg="addSp modSp add mod">
        <pc:chgData name="Adriano Borgatto" userId="e50a874dfa6d3f1a" providerId="LiveId" clId="{2F3F8181-2672-42F6-B6AE-80B8568FAA7A}" dt="2022-04-04T18:29:12.771" v="840" actId="1035"/>
        <pc:sldMkLst>
          <pc:docMk/>
          <pc:sldMk cId="1261958913" sldId="265"/>
        </pc:sldMkLst>
      </pc:sldChg>
      <pc:sldChg chg="addSp modSp add mod">
        <pc:chgData name="Adriano Borgatto" userId="e50a874dfa6d3f1a" providerId="LiveId" clId="{2F3F8181-2672-42F6-B6AE-80B8568FAA7A}" dt="2022-04-04T18:30:45.166" v="881" actId="2711"/>
        <pc:sldMkLst>
          <pc:docMk/>
          <pc:sldMk cId="1092716401" sldId="266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364387731" sldId="266"/>
        </pc:sldMkLst>
      </pc:sldChg>
      <pc:sldChg chg="addSp modSp add mod">
        <pc:chgData name="Adriano Borgatto" userId="e50a874dfa6d3f1a" providerId="LiveId" clId="{2F3F8181-2672-42F6-B6AE-80B8568FAA7A}" dt="2022-04-04T18:35:27.277" v="935" actId="1036"/>
        <pc:sldMkLst>
          <pc:docMk/>
          <pc:sldMk cId="1510413036" sldId="267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2F3F8181-2672-42F6-B6AE-80B8568FAA7A}" dt="2022-04-04T18:37:24.249" v="975" actId="115"/>
        <pc:sldMkLst>
          <pc:docMk/>
          <pc:sldMk cId="85798788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415369606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836620619" sldId="269"/>
        </pc:sldMkLst>
      </pc:sldChg>
      <pc:sldChg chg="addSp modSp add mod">
        <pc:chgData name="Adriano Borgatto" userId="e50a874dfa6d3f1a" providerId="LiveId" clId="{2F3F8181-2672-42F6-B6AE-80B8568FAA7A}" dt="2022-04-04T19:09:32.284" v="1011" actId="1035"/>
        <pc:sldMkLst>
          <pc:docMk/>
          <pc:sldMk cId="3845031216" sldId="269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2196528455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908284636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34819853" sldId="271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3739470776" sldId="271"/>
        </pc:sldMkLst>
      </pc:sldChg>
    </pc:docChg>
  </pc:docChgLst>
  <pc:docChgLst>
    <pc:chgData name="Adriano Borgatto" userId="e50a874dfa6d3f1a" providerId="LiveId" clId="{D4094BA1-7776-48CC-9FD5-8F283B35BD1E}"/>
    <pc:docChg chg="undo custSel addSld delSld modSld">
      <pc:chgData name="Adriano Borgatto" userId="e50a874dfa6d3f1a" providerId="LiveId" clId="{D4094BA1-7776-48CC-9FD5-8F283B35BD1E}" dt="2022-04-08T17:55:21.741" v="1306" actId="14100"/>
      <pc:docMkLst>
        <pc:docMk/>
      </pc:docMkLst>
      <pc:sldChg chg="addSp delSp modSp mod">
        <pc:chgData name="Adriano Borgatto" userId="e50a874dfa6d3f1a" providerId="LiveId" clId="{D4094BA1-7776-48CC-9FD5-8F283B35BD1E}" dt="2022-04-08T16:45:29.956" v="213" actId="20577"/>
        <pc:sldMkLst>
          <pc:docMk/>
          <pc:sldMk cId="3702831240" sldId="273"/>
        </pc:sldMkLst>
      </pc:sldChg>
      <pc:sldChg chg="del">
        <pc:chgData name="Adriano Borgatto" userId="e50a874dfa6d3f1a" providerId="LiveId" clId="{D4094BA1-7776-48CC-9FD5-8F283B35BD1E}" dt="2022-04-08T16:43:25.559" v="36" actId="2696"/>
        <pc:sldMkLst>
          <pc:docMk/>
          <pc:sldMk cId="1269825257" sldId="274"/>
        </pc:sldMkLst>
      </pc:sldChg>
      <pc:sldChg chg="addSp delSp modSp add mod">
        <pc:chgData name="Adriano Borgatto" userId="e50a874dfa6d3f1a" providerId="LiveId" clId="{D4094BA1-7776-48CC-9FD5-8F283B35BD1E}" dt="2022-04-08T17:30:38.642" v="818" actId="478"/>
        <pc:sldMkLst>
          <pc:docMk/>
          <pc:sldMk cId="2368489218" sldId="274"/>
        </pc:sldMkLst>
      </pc:sldChg>
      <pc:sldChg chg="del">
        <pc:chgData name="Adriano Borgatto" userId="e50a874dfa6d3f1a" providerId="LiveId" clId="{D4094BA1-7776-48CC-9FD5-8F283B35BD1E}" dt="2022-04-08T16:43:25.559" v="36" actId="2696"/>
        <pc:sldMkLst>
          <pc:docMk/>
          <pc:sldMk cId="1370630054" sldId="275"/>
        </pc:sldMkLst>
      </pc:sldChg>
      <pc:sldChg chg="addSp delSp modSp add mod">
        <pc:chgData name="Adriano Borgatto" userId="e50a874dfa6d3f1a" providerId="LiveId" clId="{D4094BA1-7776-48CC-9FD5-8F283B35BD1E}" dt="2022-04-08T17:07:27.949" v="649" actId="114"/>
        <pc:sldMkLst>
          <pc:docMk/>
          <pc:sldMk cId="2062778928" sldId="275"/>
        </pc:sldMkLst>
      </pc:sldChg>
      <pc:sldChg chg="addSp delSp modSp add mod">
        <pc:chgData name="Adriano Borgatto" userId="e50a874dfa6d3f1a" providerId="LiveId" clId="{D4094BA1-7776-48CC-9FD5-8F283B35BD1E}" dt="2022-04-08T17:30:51.786" v="820" actId="478"/>
        <pc:sldMkLst>
          <pc:docMk/>
          <pc:sldMk cId="346239494" sldId="276"/>
        </pc:sldMkLst>
      </pc:sldChg>
      <pc:sldChg chg="del">
        <pc:chgData name="Adriano Borgatto" userId="e50a874dfa6d3f1a" providerId="LiveId" clId="{D4094BA1-7776-48CC-9FD5-8F283B35BD1E}" dt="2022-04-08T16:43:25.559" v="36" actId="2696"/>
        <pc:sldMkLst>
          <pc:docMk/>
          <pc:sldMk cId="1139758633" sldId="276"/>
        </pc:sldMkLst>
      </pc:sldChg>
      <pc:sldChg chg="addSp delSp modSp add mod">
        <pc:chgData name="Adriano Borgatto" userId="e50a874dfa6d3f1a" providerId="LiveId" clId="{D4094BA1-7776-48CC-9FD5-8F283B35BD1E}" dt="2022-04-08T17:30:54.351" v="821" actId="478"/>
        <pc:sldMkLst>
          <pc:docMk/>
          <pc:sldMk cId="3566070922" sldId="277"/>
        </pc:sldMkLst>
      </pc:sldChg>
      <pc:sldChg chg="del">
        <pc:chgData name="Adriano Borgatto" userId="e50a874dfa6d3f1a" providerId="LiveId" clId="{D4094BA1-7776-48CC-9FD5-8F283B35BD1E}" dt="2022-04-08T16:43:25.559" v="36" actId="2696"/>
        <pc:sldMkLst>
          <pc:docMk/>
          <pc:sldMk cId="4020022474" sldId="277"/>
        </pc:sldMkLst>
      </pc:sldChg>
      <pc:sldChg chg="addSp delSp modSp add mod">
        <pc:chgData name="Adriano Borgatto" userId="e50a874dfa6d3f1a" providerId="LiveId" clId="{D4094BA1-7776-48CC-9FD5-8F283B35BD1E}" dt="2022-04-08T17:16:03.747" v="697" actId="20577"/>
        <pc:sldMkLst>
          <pc:docMk/>
          <pc:sldMk cId="41313529" sldId="278"/>
        </pc:sldMkLst>
      </pc:sldChg>
      <pc:sldChg chg="del">
        <pc:chgData name="Adriano Borgatto" userId="e50a874dfa6d3f1a" providerId="LiveId" clId="{D4094BA1-7776-48CC-9FD5-8F283B35BD1E}" dt="2022-04-08T16:43:25.559" v="36" actId="2696"/>
        <pc:sldMkLst>
          <pc:docMk/>
          <pc:sldMk cId="2133632414" sldId="278"/>
        </pc:sldMkLst>
      </pc:sldChg>
      <pc:sldChg chg="addSp delSp modSp add mod">
        <pc:chgData name="Adriano Borgatto" userId="e50a874dfa6d3f1a" providerId="LiveId" clId="{D4094BA1-7776-48CC-9FD5-8F283B35BD1E}" dt="2022-04-08T17:31:01.875" v="822" actId="478"/>
        <pc:sldMkLst>
          <pc:docMk/>
          <pc:sldMk cId="4143191539" sldId="279"/>
        </pc:sldMkLst>
      </pc:sldChg>
      <pc:sldChg chg="addSp delSp modSp add mod">
        <pc:chgData name="Adriano Borgatto" userId="e50a874dfa6d3f1a" providerId="LiveId" clId="{D4094BA1-7776-48CC-9FD5-8F283B35BD1E}" dt="2022-04-08T17:32:12.444" v="899" actId="1035"/>
        <pc:sldMkLst>
          <pc:docMk/>
          <pc:sldMk cId="120145914" sldId="280"/>
        </pc:sldMkLst>
      </pc:sldChg>
      <pc:sldChg chg="addSp delSp modSp add mod">
        <pc:chgData name="Adriano Borgatto" userId="e50a874dfa6d3f1a" providerId="LiveId" clId="{D4094BA1-7776-48CC-9FD5-8F283B35BD1E}" dt="2022-04-08T17:27:09.136" v="802" actId="20577"/>
        <pc:sldMkLst>
          <pc:docMk/>
          <pc:sldMk cId="1598819620" sldId="281"/>
        </pc:sldMkLst>
      </pc:sldChg>
      <pc:sldChg chg="addSp delSp modSp add mod">
        <pc:chgData name="Adriano Borgatto" userId="e50a874dfa6d3f1a" providerId="LiveId" clId="{D4094BA1-7776-48CC-9FD5-8F283B35BD1E}" dt="2022-04-08T17:37:24.359" v="985" actId="20577"/>
        <pc:sldMkLst>
          <pc:docMk/>
          <pc:sldMk cId="1950104133" sldId="282"/>
        </pc:sldMkLst>
      </pc:sldChg>
      <pc:sldChg chg="addSp delSp modSp add mod">
        <pc:chgData name="Adriano Borgatto" userId="e50a874dfa6d3f1a" providerId="LiveId" clId="{D4094BA1-7776-48CC-9FD5-8F283B35BD1E}" dt="2022-04-08T17:55:21.741" v="1306" actId="14100"/>
        <pc:sldMkLst>
          <pc:docMk/>
          <pc:sldMk cId="802637149" sldId="283"/>
        </pc:sldMkLst>
      </pc:sldChg>
      <pc:sldChg chg="addSp delSp modSp add mod">
        <pc:chgData name="Adriano Borgatto" userId="e50a874dfa6d3f1a" providerId="LiveId" clId="{D4094BA1-7776-48CC-9FD5-8F283B35BD1E}" dt="2022-04-08T17:38:17.286" v="1017" actId="20577"/>
        <pc:sldMkLst>
          <pc:docMk/>
          <pc:sldMk cId="3810926867" sldId="284"/>
        </pc:sldMkLst>
      </pc:sldChg>
      <pc:sldChg chg="addSp delSp modSp add mod">
        <pc:chgData name="Adriano Borgatto" userId="e50a874dfa6d3f1a" providerId="LiveId" clId="{D4094BA1-7776-48CC-9FD5-8F283B35BD1E}" dt="2022-04-08T17:51:47.204" v="1227" actId="113"/>
        <pc:sldMkLst>
          <pc:docMk/>
          <pc:sldMk cId="2687751203" sldId="285"/>
        </pc:sldMkLst>
      </pc:sldChg>
      <pc:sldChg chg="addSp delSp modSp add mod">
        <pc:chgData name="Adriano Borgatto" userId="e50a874dfa6d3f1a" providerId="LiveId" clId="{D4094BA1-7776-48CC-9FD5-8F283B35BD1E}" dt="2022-04-08T17:51:29.700" v="1213" actId="20577"/>
        <pc:sldMkLst>
          <pc:docMk/>
          <pc:sldMk cId="1700320743" sldId="286"/>
        </pc:sldMkLst>
      </pc:sldChg>
      <pc:sldChg chg="delSp add">
        <pc:chgData name="Adriano Borgatto" userId="e50a874dfa6d3f1a" providerId="LiveId" clId="{D4094BA1-7776-48CC-9FD5-8F283B35BD1E}" dt="2022-04-08T17:30:43.502" v="819" actId="478"/>
        <pc:sldMkLst>
          <pc:docMk/>
          <pc:sldMk cId="2581699589" sldId="287"/>
        </pc:sldMkLst>
      </pc:sldChg>
    </pc:docChg>
  </pc:docChgLst>
  <pc:docChgLst>
    <pc:chgData name="Adriano Borgatto" userId="e50a874dfa6d3f1a" providerId="LiveId" clId="{62804318-7316-4CD6-996C-75233EA96F2D}"/>
    <pc:docChg chg="undo custSel addSld delSld modSld">
      <pc:chgData name="Adriano Borgatto" userId="e50a874dfa6d3f1a" providerId="LiveId" clId="{62804318-7316-4CD6-996C-75233EA96F2D}" dt="2022-04-05T18:24:35.316" v="1010" actId="20577"/>
      <pc:docMkLst>
        <pc:docMk/>
      </pc:docMkLst>
      <pc:sldChg chg="modSp mod">
        <pc:chgData name="Adriano Borgatto" userId="e50a874dfa6d3f1a" providerId="LiveId" clId="{62804318-7316-4CD6-996C-75233EA96F2D}" dt="2022-04-05T17:18:09.598" v="31" actId="20577"/>
        <pc:sldMkLst>
          <pc:docMk/>
          <pc:sldMk cId="0" sldId="256"/>
        </pc:sldMkLst>
      </pc:sldChg>
      <pc:sldChg chg="modSp mod">
        <pc:chgData name="Adriano Borgatto" userId="e50a874dfa6d3f1a" providerId="LiveId" clId="{62804318-7316-4CD6-996C-75233EA96F2D}" dt="2022-04-05T17:25:57.439" v="620" actId="255"/>
        <pc:sldMkLst>
          <pc:docMk/>
          <pc:sldMk cId="3945532463" sldId="272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38795558" sldId="273"/>
        </pc:sldMkLst>
      </pc:sldChg>
      <pc:sldChg chg="addSp delSp modSp add mod">
        <pc:chgData name="Adriano Borgatto" userId="e50a874dfa6d3f1a" providerId="LiveId" clId="{62804318-7316-4CD6-996C-75233EA96F2D}" dt="2022-04-05T18:24:35.316" v="1010" actId="20577"/>
        <pc:sldMkLst>
          <pc:docMk/>
          <pc:sldMk cId="1459410471" sldId="273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99944423" sldId="274"/>
        </pc:sldMkLst>
      </pc:sldChg>
      <pc:sldChg chg="addSp delSp modSp add mod">
        <pc:chgData name="Adriano Borgatto" userId="e50a874dfa6d3f1a" providerId="LiveId" clId="{62804318-7316-4CD6-996C-75233EA96F2D}" dt="2022-04-05T17:52:14.745" v="1009" actId="20577"/>
        <pc:sldMkLst>
          <pc:docMk/>
          <pc:sldMk cId="3889261101" sldId="274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378211107" sldId="275"/>
        </pc:sldMkLst>
      </pc:sldChg>
      <pc:sldChg chg="addSp delSp modSp add mod">
        <pc:chgData name="Adriano Borgatto" userId="e50a874dfa6d3f1a" providerId="LiveId" clId="{62804318-7316-4CD6-996C-75233EA96F2D}" dt="2022-04-05T17:52:10.185" v="1007" actId="20577"/>
        <pc:sldMkLst>
          <pc:docMk/>
          <pc:sldMk cId="3852631124" sldId="275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28200771" sldId="276"/>
        </pc:sldMkLst>
      </pc:sldChg>
      <pc:sldChg chg="addSp delSp modSp add mod">
        <pc:chgData name="Adriano Borgatto" userId="e50a874dfa6d3f1a" providerId="LiveId" clId="{62804318-7316-4CD6-996C-75233EA96F2D}" dt="2022-04-05T17:51:55.214" v="1003" actId="114"/>
        <pc:sldMkLst>
          <pc:docMk/>
          <pc:sldMk cId="3814476370" sldId="276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097531658" sldId="277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5005195" sldId="278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192296426" sldId="279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599932880" sldId="280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42994144" sldId="281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824057520" sldId="282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195865450" sldId="283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668276418" sldId="284"/>
        </pc:sldMkLst>
      </pc:sldChg>
    </pc:docChg>
  </pc:docChgLst>
  <pc:docChgLst>
    <pc:chgData name="Adriano Borgatto" userId="e50a874dfa6d3f1a" providerId="LiveId" clId="{8B70828A-467F-4234-AA37-548C271FE27E}"/>
    <pc:docChg chg="modSld">
      <pc:chgData name="Adriano Borgatto" userId="e50a874dfa6d3f1a" providerId="LiveId" clId="{8B70828A-467F-4234-AA37-548C271FE27E}" dt="2023-02-28T11:35:24.685" v="1" actId="20577"/>
      <pc:docMkLst>
        <pc:docMk/>
      </pc:docMkLst>
      <pc:sldChg chg="modSp mod">
        <pc:chgData name="Adriano Borgatto" userId="e50a874dfa6d3f1a" providerId="LiveId" clId="{8B70828A-467F-4234-AA37-548C271FE27E}" dt="2023-02-28T11:35:24.685" v="1" actId="20577"/>
        <pc:sldMkLst>
          <pc:docMk/>
          <pc:sldMk cId="0" sldId="256"/>
        </pc:sldMkLst>
      </pc:sldChg>
    </pc:docChg>
  </pc:docChgLst>
  <pc:docChgLst>
    <pc:chgData name="Adriano Borgatto" userId="e50a874dfa6d3f1a" providerId="LiveId" clId="{3D5D9338-157A-4594-9144-F3D6ECB30850}"/>
    <pc:docChg chg="modSld">
      <pc:chgData name="Adriano Borgatto" userId="e50a874dfa6d3f1a" providerId="LiveId" clId="{3D5D9338-157A-4594-9144-F3D6ECB30850}" dt="2024-08-08T12:57:28.099" v="1" actId="20577"/>
      <pc:docMkLst>
        <pc:docMk/>
      </pc:docMkLst>
    </pc:docChg>
  </pc:docChgLst>
  <pc:docChgLst>
    <pc:chgData name="Adriano Borgatto" userId="e50a874dfa6d3f1a" providerId="LiveId" clId="{2C2E0C95-7D27-4DC4-82C8-75626F760B93}"/>
    <pc:docChg chg="undo custSel addSld delSld modSld sldOrd">
      <pc:chgData name="Adriano Borgatto" userId="e50a874dfa6d3f1a" providerId="LiveId" clId="{2C2E0C95-7D27-4DC4-82C8-75626F760B93}" dt="2022-04-05T12:40:15.387" v="956" actId="14100"/>
      <pc:docMkLst>
        <pc:docMk/>
      </pc:docMkLst>
      <pc:sldChg chg="modSp mod">
        <pc:chgData name="Adriano Borgatto" userId="e50a874dfa6d3f1a" providerId="LiveId" clId="{2C2E0C95-7D27-4DC4-82C8-75626F760B93}" dt="2022-04-05T12:01:53.091" v="18" actId="20577"/>
        <pc:sldMkLst>
          <pc:docMk/>
          <pc:sldMk cId="0" sldId="256"/>
        </pc:sldMkLst>
      </pc:sldChg>
      <pc:sldChg chg="addSp delSp modSp mod ord">
        <pc:chgData name="Adriano Borgatto" userId="e50a874dfa6d3f1a" providerId="LiveId" clId="{2C2E0C95-7D27-4DC4-82C8-75626F760B93}" dt="2022-04-05T12:06:03.838" v="123" actId="1037"/>
        <pc:sldMkLst>
          <pc:docMk/>
          <pc:sldMk cId="0" sldId="258"/>
        </pc:sldMkLst>
      </pc:sldChg>
      <pc:sldChg chg="addSp delSp modSp mod">
        <pc:chgData name="Adriano Borgatto" userId="e50a874dfa6d3f1a" providerId="LiveId" clId="{2C2E0C95-7D27-4DC4-82C8-75626F760B93}" dt="2022-04-05T12:08:05.735" v="214" actId="1035"/>
        <pc:sldMkLst>
          <pc:docMk/>
          <pc:sldMk cId="3697426403" sldId="259"/>
        </pc:sldMkLst>
      </pc:sldChg>
      <pc:sldChg chg="del">
        <pc:chgData name="Adriano Borgatto" userId="e50a874dfa6d3f1a" providerId="LiveId" clId="{2C2E0C95-7D27-4DC4-82C8-75626F760B93}" dt="2022-04-05T12:08:34.594" v="215" actId="47"/>
        <pc:sldMkLst>
          <pc:docMk/>
          <pc:sldMk cId="608067873" sldId="260"/>
        </pc:sldMkLst>
      </pc:sldChg>
      <pc:sldChg chg="addSp delSp modSp mod">
        <pc:chgData name="Adriano Borgatto" userId="e50a874dfa6d3f1a" providerId="LiveId" clId="{2C2E0C95-7D27-4DC4-82C8-75626F760B93}" dt="2022-04-05T12:14:21.223" v="415" actId="14100"/>
        <pc:sldMkLst>
          <pc:docMk/>
          <pc:sldMk cId="3606920721" sldId="262"/>
        </pc:sldMkLst>
      </pc:sldChg>
      <pc:sldChg chg="addSp delSp modSp mod">
        <pc:chgData name="Adriano Borgatto" userId="e50a874dfa6d3f1a" providerId="LiveId" clId="{2C2E0C95-7D27-4DC4-82C8-75626F760B93}" dt="2022-04-05T12:39:17.670" v="939" actId="572"/>
        <pc:sldMkLst>
          <pc:docMk/>
          <pc:sldMk cId="3258561624" sldId="263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411557354" sldId="264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261958913" sldId="265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092716401" sldId="266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510413036" sldId="267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85798788" sldId="268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3845031216" sldId="269"/>
        </pc:sldMkLst>
      </pc:sldChg>
      <pc:sldChg chg="add">
        <pc:chgData name="Adriano Borgatto" userId="e50a874dfa6d3f1a" providerId="LiveId" clId="{2C2E0C95-7D27-4DC4-82C8-75626F760B93}" dt="2022-04-05T12:04:26.461" v="75" actId="2890"/>
        <pc:sldMkLst>
          <pc:docMk/>
          <pc:sldMk cId="974571722" sldId="270"/>
        </pc:sldMkLst>
      </pc:sldChg>
      <pc:sldChg chg="addSp delSp modSp add mod">
        <pc:chgData name="Adriano Borgatto" userId="e50a874dfa6d3f1a" providerId="LiveId" clId="{2C2E0C95-7D27-4DC4-82C8-75626F760B93}" dt="2022-04-05T12:07:08.510" v="172" actId="1035"/>
        <pc:sldMkLst>
          <pc:docMk/>
          <pc:sldMk cId="3286078432" sldId="271"/>
        </pc:sldMkLst>
      </pc:sldChg>
      <pc:sldChg chg="modSp add mod">
        <pc:chgData name="Adriano Borgatto" userId="e50a874dfa6d3f1a" providerId="LiveId" clId="{2C2E0C95-7D27-4DC4-82C8-75626F760B93}" dt="2022-04-05T12:40:15.387" v="956" actId="14100"/>
        <pc:sldMkLst>
          <pc:docMk/>
          <pc:sldMk cId="3945532463" sldId="272"/>
        </pc:sldMkLst>
      </pc:sldChg>
    </pc:docChg>
  </pc:docChgLst>
  <pc:docChgLst>
    <pc:chgData name="Adriano Borgatto" userId="e50a874dfa6d3f1a" providerId="LiveId" clId="{2BD81D8F-76F9-42EF-9C40-21B2B11E20EF}"/>
    <pc:docChg chg="undo custSel addSld delSld modSld">
      <pc:chgData name="Adriano Borgatto" userId="e50a874dfa6d3f1a" providerId="LiveId" clId="{2BD81D8F-76F9-42EF-9C40-21B2B11E20EF}" dt="2022-04-05T14:35:56.712" v="1049" actId="47"/>
      <pc:docMkLst>
        <pc:docMk/>
      </pc:docMkLst>
      <pc:sldChg chg="modSp mod">
        <pc:chgData name="Adriano Borgatto" userId="e50a874dfa6d3f1a" providerId="LiveId" clId="{2BD81D8F-76F9-42EF-9C40-21B2B11E20EF}" dt="2022-04-05T13:22:29.565" v="19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2BD81D8F-76F9-42EF-9C40-21B2B11E20EF}" dt="2022-04-05T13:38:02.846" v="96" actId="255"/>
        <pc:sldMkLst>
          <pc:docMk/>
          <pc:sldMk cId="3945532463" sldId="272"/>
        </pc:sldMkLst>
      </pc:sldChg>
      <pc:sldChg chg="del">
        <pc:chgData name="Adriano Borgatto" userId="e50a874dfa6d3f1a" providerId="LiveId" clId="{2BD81D8F-76F9-42EF-9C40-21B2B11E20EF}" dt="2022-04-05T13:30:19.886" v="20" actId="47"/>
        <pc:sldMkLst>
          <pc:docMk/>
          <pc:sldMk cId="905316025" sldId="273"/>
        </pc:sldMkLst>
      </pc:sldChg>
      <pc:sldChg chg="addSp delSp modSp add mod">
        <pc:chgData name="Adriano Borgatto" userId="e50a874dfa6d3f1a" providerId="LiveId" clId="{2BD81D8F-76F9-42EF-9C40-21B2B11E20EF}" dt="2022-04-05T13:39:05.094" v="109" actId="255"/>
        <pc:sldMkLst>
          <pc:docMk/>
          <pc:sldMk cId="3174244307" sldId="273"/>
        </pc:sldMkLst>
      </pc:sldChg>
      <pc:sldChg chg="addSp modSp add">
        <pc:chgData name="Adriano Borgatto" userId="e50a874dfa6d3f1a" providerId="LiveId" clId="{2BD81D8F-76F9-42EF-9C40-21B2B11E20EF}" dt="2022-04-05T13:39:24.667" v="112"/>
        <pc:sldMkLst>
          <pc:docMk/>
          <pc:sldMk cId="1633450635" sldId="274"/>
        </pc:sldMkLst>
      </pc:sldChg>
      <pc:sldChg chg="addSp modSp add">
        <pc:chgData name="Adriano Borgatto" userId="e50a874dfa6d3f1a" providerId="LiveId" clId="{2BD81D8F-76F9-42EF-9C40-21B2B11E20EF}" dt="2022-04-05T13:39:38.537" v="113"/>
        <pc:sldMkLst>
          <pc:docMk/>
          <pc:sldMk cId="2013310454" sldId="275"/>
        </pc:sldMkLst>
      </pc:sldChg>
      <pc:sldChg chg="addSp modSp add mod">
        <pc:chgData name="Adriano Borgatto" userId="e50a874dfa6d3f1a" providerId="LiveId" clId="{2BD81D8F-76F9-42EF-9C40-21B2B11E20EF}" dt="2022-04-05T13:40:42.746" v="137" actId="6549"/>
        <pc:sldMkLst>
          <pc:docMk/>
          <pc:sldMk cId="2583529786" sldId="276"/>
        </pc:sldMkLst>
      </pc:sldChg>
      <pc:sldChg chg="addSp modSp add mod">
        <pc:chgData name="Adriano Borgatto" userId="e50a874dfa6d3f1a" providerId="LiveId" clId="{2BD81D8F-76F9-42EF-9C40-21B2B11E20EF}" dt="2022-04-05T13:41:39.894" v="159" actId="20577"/>
        <pc:sldMkLst>
          <pc:docMk/>
          <pc:sldMk cId="1339448667" sldId="277"/>
        </pc:sldMkLst>
      </pc:sldChg>
      <pc:sldChg chg="addSp modSp add mod">
        <pc:chgData name="Adriano Borgatto" userId="e50a874dfa6d3f1a" providerId="LiveId" clId="{2BD81D8F-76F9-42EF-9C40-21B2B11E20EF}" dt="2022-04-05T13:42:03.037" v="187" actId="1035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2BD81D8F-76F9-42EF-9C40-21B2B11E20EF}" dt="2022-04-05T13:45:20.666" v="263" actId="20577"/>
        <pc:sldMkLst>
          <pc:docMk/>
          <pc:sldMk cId="2444337337" sldId="279"/>
        </pc:sldMkLst>
      </pc:sldChg>
      <pc:sldChg chg="addSp delSp modSp add mod">
        <pc:chgData name="Adriano Borgatto" userId="e50a874dfa6d3f1a" providerId="LiveId" clId="{2BD81D8F-76F9-42EF-9C40-21B2B11E20EF}" dt="2022-04-05T13:46:12.146" v="300" actId="207"/>
        <pc:sldMkLst>
          <pc:docMk/>
          <pc:sldMk cId="1742753214" sldId="280"/>
        </pc:sldMkLst>
      </pc:sldChg>
      <pc:sldChg chg="addSp modSp add mod">
        <pc:chgData name="Adriano Borgatto" userId="e50a874dfa6d3f1a" providerId="LiveId" clId="{2BD81D8F-76F9-42EF-9C40-21B2B11E20EF}" dt="2022-04-05T13:48:02.672" v="395" actId="255"/>
        <pc:sldMkLst>
          <pc:docMk/>
          <pc:sldMk cId="1319835411" sldId="281"/>
        </pc:sldMkLst>
      </pc:sldChg>
      <pc:sldChg chg="addSp modSp add mod">
        <pc:chgData name="Adriano Borgatto" userId="e50a874dfa6d3f1a" providerId="LiveId" clId="{2BD81D8F-76F9-42EF-9C40-21B2B11E20EF}" dt="2022-04-05T13:50:54.075" v="432" actId="1035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2BD81D8F-76F9-42EF-9C40-21B2B11E20EF}" dt="2022-04-05T14:00:20.929" v="563" actId="208"/>
        <pc:sldMkLst>
          <pc:docMk/>
          <pc:sldMk cId="1703279597" sldId="283"/>
        </pc:sldMkLst>
      </pc:sldChg>
      <pc:sldChg chg="addSp modSp add mod">
        <pc:chgData name="Adriano Borgatto" userId="e50a874dfa6d3f1a" providerId="LiveId" clId="{2BD81D8F-76F9-42EF-9C40-21B2B11E20EF}" dt="2022-04-05T14:35:48.839" v="1048" actId="20577"/>
        <pc:sldMkLst>
          <pc:docMk/>
          <pc:sldMk cId="3136067746" sldId="284"/>
        </pc:sldMkLst>
      </pc:sldChg>
      <pc:sldChg chg="addSp modSp add mod">
        <pc:chgData name="Adriano Borgatto" userId="e50a874dfa6d3f1a" providerId="LiveId" clId="{2BD81D8F-76F9-42EF-9C40-21B2B11E20EF}" dt="2022-04-05T14:33:49.110" v="693" actId="1038"/>
        <pc:sldMkLst>
          <pc:docMk/>
          <pc:sldMk cId="1647466032" sldId="285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3436632986" sldId="286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2972612044" sldId="287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4221261969" sldId="288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1695213650" sldId="289"/>
        </pc:sldMkLst>
      </pc:sldChg>
      <pc:sldChg chg="addSp delSp modSp add mod">
        <pc:chgData name="Adriano Borgatto" userId="e50a874dfa6d3f1a" providerId="LiveId" clId="{2BD81D8F-76F9-42EF-9C40-21B2B11E20EF}" dt="2022-04-05T14:29:45.854" v="62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944B3716-BDBB-461C-95D6-55A09DEFCB6D}"/>
    <pc:docChg chg="modSld">
      <pc:chgData name="Adriano Borgatto" userId="e50a874dfa6d3f1a" providerId="LiveId" clId="{944B3716-BDBB-461C-95D6-55A09DEFCB6D}" dt="2022-06-28T11:58:06.703" v="1" actId="1035"/>
      <pc:docMkLst>
        <pc:docMk/>
      </pc:docMkLst>
      <pc:sldChg chg="modSp mod">
        <pc:chgData name="Adriano Borgatto" userId="e50a874dfa6d3f1a" providerId="LiveId" clId="{944B3716-BDBB-461C-95D6-55A09DEFCB6D}" dt="2022-06-28T11:58:06.703" v="1" actId="1035"/>
        <pc:sldMkLst>
          <pc:docMk/>
          <pc:sldMk cId="4118815758" sldId="278"/>
        </pc:sldMkLst>
      </pc:sldChg>
    </pc:docChg>
  </pc:docChgLst>
  <pc:docChgLst>
    <pc:chgData name="Adriano Borgatto" userId="e50a874dfa6d3f1a" providerId="LiveId" clId="{A089B529-FE21-4D7C-BD58-AC6F4A145EB1}"/>
    <pc:docChg chg="custSel addSld delSld modSld">
      <pc:chgData name="Adriano Borgatto" userId="e50a874dfa6d3f1a" providerId="LiveId" clId="{A089B529-FE21-4D7C-BD58-AC6F4A145EB1}" dt="2022-04-04T12:38:48.790" v="1137" actId="47"/>
      <pc:docMkLst>
        <pc:docMk/>
      </pc:docMkLst>
      <pc:sldChg chg="modSp mod">
        <pc:chgData name="Adriano Borgatto" userId="e50a874dfa6d3f1a" providerId="LiveId" clId="{A089B529-FE21-4D7C-BD58-AC6F4A145EB1}" dt="2022-04-04T11:55:55.290" v="60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A089B529-FE21-4D7C-BD58-AC6F4A145EB1}" dt="2022-04-04T12:07:39.517" v="306" actId="20577"/>
        <pc:sldMkLst>
          <pc:docMk/>
          <pc:sldMk cId="0" sldId="258"/>
        </pc:sldMkLst>
      </pc:sldChg>
      <pc:sldChg chg="addSp delSp modSp add mod">
        <pc:chgData name="Adriano Borgatto" userId="e50a874dfa6d3f1a" providerId="LiveId" clId="{A089B529-FE21-4D7C-BD58-AC6F4A145EB1}" dt="2022-04-04T12:09:43.340" v="335" actId="20577"/>
        <pc:sldMkLst>
          <pc:docMk/>
          <pc:sldMk cId="652844300" sldId="259"/>
        </pc:sldMkLst>
      </pc:sldChg>
      <pc:sldChg chg="addSp modSp add del mod">
        <pc:chgData name="Adriano Borgatto" userId="e50a874dfa6d3f1a" providerId="LiveId" clId="{A089B529-FE21-4D7C-BD58-AC6F4A145EB1}" dt="2022-04-04T12:10:03.763" v="336" actId="47"/>
        <pc:sldMkLst>
          <pc:docMk/>
          <pc:sldMk cId="3797606046" sldId="260"/>
        </pc:sldMkLst>
      </pc:sldChg>
      <pc:sldChg chg="addSp delSp modSp add mod">
        <pc:chgData name="Adriano Borgatto" userId="e50a874dfa6d3f1a" providerId="LiveId" clId="{A089B529-FE21-4D7C-BD58-AC6F4A145EB1}" dt="2022-04-04T12:10:19.684" v="338" actId="22"/>
        <pc:sldMkLst>
          <pc:docMk/>
          <pc:sldMk cId="374184503" sldId="261"/>
        </pc:sldMkLst>
      </pc:sldChg>
      <pc:sldChg chg="addSp delSp modSp add mod">
        <pc:chgData name="Adriano Borgatto" userId="e50a874dfa6d3f1a" providerId="LiveId" clId="{A089B529-FE21-4D7C-BD58-AC6F4A145EB1}" dt="2022-04-04T12:11:29.178" v="376" actId="22"/>
        <pc:sldMkLst>
          <pc:docMk/>
          <pc:sldMk cId="2611410075" sldId="262"/>
        </pc:sldMkLst>
      </pc:sldChg>
      <pc:sldChg chg="addSp delSp modSp add del mod">
        <pc:chgData name="Adriano Borgatto" userId="e50a874dfa6d3f1a" providerId="LiveId" clId="{A089B529-FE21-4D7C-BD58-AC6F4A145EB1}" dt="2022-04-04T12:13:28.027" v="391"/>
        <pc:sldMkLst>
          <pc:docMk/>
          <pc:sldMk cId="2831347756" sldId="263"/>
        </pc:sldMkLst>
      </pc:sldChg>
      <pc:sldChg chg="addSp modSp add del mod">
        <pc:chgData name="Adriano Borgatto" userId="e50a874dfa6d3f1a" providerId="LiveId" clId="{A089B529-FE21-4D7C-BD58-AC6F4A145EB1}" dt="2022-04-04T12:14:45.139" v="407" actId="22"/>
        <pc:sldMkLst>
          <pc:docMk/>
          <pc:sldMk cId="2014035416" sldId="264"/>
        </pc:sldMkLst>
      </pc:sldChg>
      <pc:sldChg chg="addSp delSp modSp add mod">
        <pc:chgData name="Adriano Borgatto" userId="e50a874dfa6d3f1a" providerId="LiveId" clId="{A089B529-FE21-4D7C-BD58-AC6F4A145EB1}" dt="2022-04-04T12:16:10.819" v="482" actId="1035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A089B529-FE21-4D7C-BD58-AC6F4A145EB1}" dt="2022-04-04T12:21:10.560" v="810" actId="122"/>
        <pc:sldMkLst>
          <pc:docMk/>
          <pc:sldMk cId="3072415336" sldId="266"/>
        </pc:sldMkLst>
      </pc:sldChg>
      <pc:sldChg chg="addSp modSp add mod">
        <pc:chgData name="Adriano Borgatto" userId="e50a874dfa6d3f1a" providerId="LiveId" clId="{A089B529-FE21-4D7C-BD58-AC6F4A145EB1}" dt="2022-04-04T12:30:15.950" v="840" actId="14100"/>
        <pc:sldMkLst>
          <pc:docMk/>
          <pc:sldMk cId="2207021074" sldId="267"/>
        </pc:sldMkLst>
      </pc:sldChg>
      <pc:sldChg chg="addSp modSp add mod">
        <pc:chgData name="Adriano Borgatto" userId="e50a874dfa6d3f1a" providerId="LiveId" clId="{A089B529-FE21-4D7C-BD58-AC6F4A145EB1}" dt="2022-04-04T12:38:45.041" v="1136" actId="14100"/>
        <pc:sldMkLst>
          <pc:docMk/>
          <pc:sldMk cId="1817576425" sldId="268"/>
        </pc:sldMkLst>
      </pc:sldChg>
      <pc:sldChg chg="add del">
        <pc:chgData name="Adriano Borgatto" userId="e50a874dfa6d3f1a" providerId="LiveId" clId="{A089B529-FE21-4D7C-BD58-AC6F4A145EB1}" dt="2022-04-04T12:38:48.790" v="1137" actId="47"/>
        <pc:sldMkLst>
          <pc:docMk/>
          <pc:sldMk cId="3323713584" sldId="269"/>
        </pc:sldMkLst>
      </pc:sldChg>
      <pc:sldChg chg="addSp delSp modSp add mod">
        <pc:chgData name="Adriano Borgatto" userId="e50a874dfa6d3f1a" providerId="LiveId" clId="{A089B529-FE21-4D7C-BD58-AC6F4A145EB1}" dt="2022-04-04T12:08:36.404" v="314" actId="22"/>
        <pc:sldMkLst>
          <pc:docMk/>
          <pc:sldMk cId="2915427500" sldId="270"/>
        </pc:sldMkLst>
      </pc:sldChg>
      <pc:sldChg chg="addSp add del mod">
        <pc:chgData name="Adriano Borgatto" userId="e50a874dfa6d3f1a" providerId="LiveId" clId="{A089B529-FE21-4D7C-BD58-AC6F4A145EB1}" dt="2022-04-04T12:11:46.312" v="377" actId="22"/>
        <pc:sldMkLst>
          <pc:docMk/>
          <pc:sldMk cId="2992579993" sldId="271"/>
        </pc:sldMkLst>
      </pc:sldChg>
      <pc:sldChg chg="addSp modSp add del mod">
        <pc:chgData name="Adriano Borgatto" userId="e50a874dfa6d3f1a" providerId="LiveId" clId="{A089B529-FE21-4D7C-BD58-AC6F4A145EB1}" dt="2022-04-04T12:12:27.285" v="382" actId="1037"/>
        <pc:sldMkLst>
          <pc:docMk/>
          <pc:sldMk cId="4281397298" sldId="272"/>
        </pc:sldMkLst>
      </pc:sldChg>
      <pc:sldChg chg="addSp modSp add mod">
        <pc:chgData name="Adriano Borgatto" userId="e50a874dfa6d3f1a" providerId="LiveId" clId="{A089B529-FE21-4D7C-BD58-AC6F4A145EB1}" dt="2022-04-04T12:12:50.569" v="388" actId="1037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DB312EFC-473C-46F4-9869-5058BFF29761}"/>
    <pc:docChg chg="delSld modSld">
      <pc:chgData name="Adriano Borgatto" userId="e50a874dfa6d3f1a" providerId="LiveId" clId="{DB312EFC-473C-46F4-9869-5058BFF29761}" dt="2022-03-25T10:55:51.031" v="187" actId="47"/>
      <pc:docMkLst>
        <pc:docMk/>
      </pc:docMkLst>
      <pc:sldChg chg="modSp mod">
        <pc:chgData name="Adriano Borgatto" userId="e50a874dfa6d3f1a" providerId="LiveId" clId="{DB312EFC-473C-46F4-9869-5058BFF29761}" dt="2022-03-25T10:54:52.446" v="175" actId="20577"/>
        <pc:sldMkLst>
          <pc:docMk/>
          <pc:sldMk cId="3323713584" sldId="269"/>
        </pc:sldMkLst>
      </pc:sldChg>
      <pc:sldChg chg="del">
        <pc:chgData name="Adriano Borgatto" userId="e50a874dfa6d3f1a" providerId="LiveId" clId="{DB312EFC-473C-46F4-9869-5058BFF29761}" dt="2022-03-25T10:55:10.503" v="176" actId="47"/>
        <pc:sldMkLst>
          <pc:docMk/>
          <pc:sldMk cId="2915427500" sldId="270"/>
        </pc:sldMkLst>
      </pc:sldChg>
      <pc:sldChg chg="del">
        <pc:chgData name="Adriano Borgatto" userId="e50a874dfa6d3f1a" providerId="LiveId" clId="{DB312EFC-473C-46F4-9869-5058BFF29761}" dt="2022-03-25T10:55:41.886" v="177" actId="47"/>
        <pc:sldMkLst>
          <pc:docMk/>
          <pc:sldMk cId="2242302329" sldId="273"/>
        </pc:sldMkLst>
      </pc:sldChg>
      <pc:sldChg chg="del">
        <pc:chgData name="Adriano Borgatto" userId="e50a874dfa6d3f1a" providerId="LiveId" clId="{DB312EFC-473C-46F4-9869-5058BFF29761}" dt="2022-03-25T10:55:43.574" v="178" actId="47"/>
        <pc:sldMkLst>
          <pc:docMk/>
          <pc:sldMk cId="1633450635" sldId="274"/>
        </pc:sldMkLst>
      </pc:sldChg>
      <pc:sldChg chg="del">
        <pc:chgData name="Adriano Borgatto" userId="e50a874dfa6d3f1a" providerId="LiveId" clId="{DB312EFC-473C-46F4-9869-5058BFF29761}" dt="2022-03-25T10:55:44.011" v="179" actId="47"/>
        <pc:sldMkLst>
          <pc:docMk/>
          <pc:sldMk cId="2013310454" sldId="275"/>
        </pc:sldMkLst>
      </pc:sldChg>
      <pc:sldChg chg="del">
        <pc:chgData name="Adriano Borgatto" userId="e50a874dfa6d3f1a" providerId="LiveId" clId="{DB312EFC-473C-46F4-9869-5058BFF29761}" dt="2022-03-25T10:55:44.495" v="180" actId="47"/>
        <pc:sldMkLst>
          <pc:docMk/>
          <pc:sldMk cId="2583529786" sldId="276"/>
        </pc:sldMkLst>
      </pc:sldChg>
      <pc:sldChg chg="del">
        <pc:chgData name="Adriano Borgatto" userId="e50a874dfa6d3f1a" providerId="LiveId" clId="{DB312EFC-473C-46F4-9869-5058BFF29761}" dt="2022-03-25T10:55:45.979" v="183" actId="47"/>
        <pc:sldMkLst>
          <pc:docMk/>
          <pc:sldMk cId="1339448667" sldId="277"/>
        </pc:sldMkLst>
      </pc:sldChg>
      <pc:sldChg chg="del">
        <pc:chgData name="Adriano Borgatto" userId="e50a874dfa6d3f1a" providerId="LiveId" clId="{DB312EFC-473C-46F4-9869-5058BFF29761}" dt="2022-03-25T10:55:48.073" v="185" actId="47"/>
        <pc:sldMkLst>
          <pc:docMk/>
          <pc:sldMk cId="2586773552" sldId="278"/>
        </pc:sldMkLst>
      </pc:sldChg>
      <pc:sldChg chg="del">
        <pc:chgData name="Adriano Borgatto" userId="e50a874dfa6d3f1a" providerId="LiveId" clId="{DB312EFC-473C-46F4-9869-5058BFF29761}" dt="2022-03-25T10:55:44.886" v="181" actId="47"/>
        <pc:sldMkLst>
          <pc:docMk/>
          <pc:sldMk cId="721540076" sldId="279"/>
        </pc:sldMkLst>
      </pc:sldChg>
      <pc:sldChg chg="del">
        <pc:chgData name="Adriano Borgatto" userId="e50a874dfa6d3f1a" providerId="LiveId" clId="{DB312EFC-473C-46F4-9869-5058BFF29761}" dt="2022-03-25T10:55:45.276" v="182" actId="47"/>
        <pc:sldMkLst>
          <pc:docMk/>
          <pc:sldMk cId="1462201852" sldId="280"/>
        </pc:sldMkLst>
      </pc:sldChg>
      <pc:sldChg chg="del">
        <pc:chgData name="Adriano Borgatto" userId="e50a874dfa6d3f1a" providerId="LiveId" clId="{DB312EFC-473C-46F4-9869-5058BFF29761}" dt="2022-03-25T10:55:46.917" v="184" actId="47"/>
        <pc:sldMkLst>
          <pc:docMk/>
          <pc:sldMk cId="1074258053" sldId="281"/>
        </pc:sldMkLst>
      </pc:sldChg>
      <pc:sldChg chg="del">
        <pc:chgData name="Adriano Borgatto" userId="e50a874dfa6d3f1a" providerId="LiveId" clId="{DB312EFC-473C-46F4-9869-5058BFF29761}" dt="2022-03-25T10:55:48.854" v="186" actId="47"/>
        <pc:sldMkLst>
          <pc:docMk/>
          <pc:sldMk cId="793995259" sldId="282"/>
        </pc:sldMkLst>
      </pc:sldChg>
      <pc:sldChg chg="del">
        <pc:chgData name="Adriano Borgatto" userId="e50a874dfa6d3f1a" providerId="LiveId" clId="{DB312EFC-473C-46F4-9869-5058BFF29761}" dt="2022-03-25T10:55:51.031" v="187" actId="4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4F7B11A5-E5C9-4D5D-89CF-31C5E143BFB6}"/>
    <pc:docChg chg="modSld">
      <pc:chgData name="Adriano Borgatto" userId="e50a874dfa6d3f1a" providerId="LiveId" clId="{4F7B11A5-E5C9-4D5D-89CF-31C5E143BFB6}" dt="2022-08-12T19:32:59.355" v="1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16F083-5C86-4226-B13F-D7DE5446434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66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B3165BA-3187-40A9-B705-41D131A16ED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598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352800" y="1493838"/>
            <a:ext cx="553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</a:rPr>
              <a:t>CMIP- Centro de Metrologia e Inovação em Processos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1447800"/>
            <a:ext cx="9144000" cy="3810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684213" y="1484313"/>
            <a:ext cx="708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b="1">
                <a:solidFill>
                  <a:schemeClr val="bg1"/>
                </a:solidFill>
                <a:latin typeface="Verdana" panose="020B0604030504040204" pitchFamily="34" charset="0"/>
              </a:rPr>
              <a:t>UFSC- UNIVERSIDADE FEDERAL DE SANTA CATARINA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12303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781300"/>
            <a:ext cx="7772400" cy="1685925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32213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45620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925890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49369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6774256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23615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575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4970313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91025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35643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38925" y="908050"/>
            <a:ext cx="2058988" cy="52181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029325" cy="52181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1567545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908050"/>
            <a:ext cx="8240713" cy="521811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390443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457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711978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0805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686800" y="0"/>
            <a:ext cx="457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09600"/>
            <a:ext cx="9144000" cy="76200"/>
          </a:xfrm>
          <a:prstGeom prst="rect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85800"/>
            <a:ext cx="9144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685800"/>
            <a:ext cx="9172575" cy="7620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3" name="Rectangle 15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40000"/>
        </a:spcAft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4000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96627" y="2183958"/>
            <a:ext cx="8351837" cy="20313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altLang="pt-BR" sz="3400" dirty="0"/>
              <a:t>Técnicas Estatísticas de Predição</a:t>
            </a:r>
            <a:br>
              <a:rPr lang="pt-BR" altLang="pt-BR" sz="3400" dirty="0"/>
            </a:br>
            <a:r>
              <a:rPr lang="pt-BR" altLang="pt-BR" sz="2200" b="0" dirty="0"/>
              <a:t>Sistemas de Informação</a:t>
            </a:r>
            <a:br>
              <a:rPr lang="pt-BR" altLang="pt-BR" sz="2200" b="0" dirty="0"/>
            </a:br>
            <a:br>
              <a:rPr lang="pt-BR" altLang="pt-BR" sz="2200" b="0" dirty="0"/>
            </a:br>
            <a:r>
              <a:rPr lang="pt-BR" altLang="pt-BR" sz="2200" b="0">
                <a:solidFill>
                  <a:srgbClr val="FF0000"/>
                </a:solidFill>
              </a:rPr>
              <a:t>Aula 25</a:t>
            </a:r>
            <a:br>
              <a:rPr lang="pt-BR" altLang="pt-BR" sz="2200" b="0" dirty="0">
                <a:solidFill>
                  <a:srgbClr val="FF0000"/>
                </a:solidFill>
              </a:rPr>
            </a:br>
            <a:br>
              <a:rPr lang="pt-BR" altLang="pt-BR" sz="600" b="0" dirty="0">
                <a:solidFill>
                  <a:srgbClr val="FF0000"/>
                </a:solidFill>
              </a:rPr>
            </a:br>
            <a:r>
              <a:rPr lang="pt-BR" altLang="pt-BR" sz="2000" b="0" dirty="0">
                <a:solidFill>
                  <a:schemeClr val="tx1"/>
                </a:solidFill>
              </a:rPr>
              <a:t>Séries Temporais: Suavização Exponencial</a:t>
            </a:r>
            <a:endParaRPr lang="pt-BR" altLang="pt-BR" sz="2000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90366" y="4905375"/>
            <a:ext cx="362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altLang="pt-BR" dirty="0">
                <a:cs typeface="Times New Roman" pitchFamily="18" charset="0"/>
              </a:rPr>
              <a:t>ADRIANO FERRETI BORGATTO</a:t>
            </a:r>
            <a:endParaRPr lang="pt-BR" altLang="pt-BR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488561" y="142875"/>
            <a:ext cx="21082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5664AF-ABFE-480B-B954-2FE7AA5ACDA4}"/>
              </a:ext>
            </a:extLst>
          </p:cNvPr>
          <p:cNvSpPr txBox="1"/>
          <p:nvPr/>
        </p:nvSpPr>
        <p:spPr>
          <a:xfrm>
            <a:off x="251520" y="908720"/>
            <a:ext cx="8352928" cy="4637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2400" dirty="0"/>
              <a:t>A maioria dos métodos de previsão se baseia na ideia de que observações passadas contêm informações sobre o padrão de comportamento da série temporal.  </a:t>
            </a:r>
          </a:p>
          <a:p>
            <a:pPr marL="342900" indent="-342900"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2400" b="0" i="0" dirty="0">
                <a:solidFill>
                  <a:srgbClr val="333333"/>
                </a:solidFill>
                <a:effectLst/>
                <a:latin typeface="Helvetica Neue"/>
              </a:rPr>
              <a:t>Os métodos de suavização exponencial produzem previsões a partir de médias ponderadas de observações passadas, onde o peso associado a cada observação cai a medida em que se recua mais no tempo. Ou seja, quanto mais recente a observação, maior será seu peso no modelo preditivo. Apesar de simples, é usado em larga escala nas mais diversas aplicações.</a:t>
            </a:r>
            <a:endParaRPr lang="pt-BR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063988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488561" y="142875"/>
            <a:ext cx="21082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Introdução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24CE21-1AF5-AEC0-E474-1E8D72E84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340768"/>
            <a:ext cx="7245782" cy="411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8477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655534" y="142875"/>
            <a:ext cx="57743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Suavização Exponencial Simples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382355F-1D27-4445-E9C6-17BBE029D70C}"/>
              </a:ext>
            </a:extLst>
          </p:cNvPr>
          <p:cNvSpPr txBox="1"/>
          <p:nvPr/>
        </p:nvSpPr>
        <p:spPr>
          <a:xfrm>
            <a:off x="323528" y="980728"/>
            <a:ext cx="8496943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A suavização exponencial simples é considerada útil para séries sem tendência ou sazonalidade.</a:t>
            </a:r>
          </a:p>
          <a:p>
            <a:pPr>
              <a:lnSpc>
                <a:spcPct val="150000"/>
              </a:lnSpc>
            </a:pP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Levando em conta que o modelo ingênuo (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Helvetica Neue"/>
              </a:rPr>
              <a:t>naive</a:t>
            </a:r>
            <a:r>
              <a:rPr lang="pt-BR" sz="2200" b="0" i="1" dirty="0">
                <a:solidFill>
                  <a:srgbClr val="333333"/>
                </a:solidFill>
                <a:effectLst/>
                <a:latin typeface="Helvetica Neue"/>
              </a:rPr>
              <a:t> model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) atribui peso 1 para a última observação e o modelo da média simples atribui peso igual para todas as observações passadas, a suavização simples poderia ser descrita como um meio termo entre ambos. Sua formulação matemática não é complexa:</a:t>
            </a:r>
            <a:endParaRPr lang="pt-BR" sz="22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319B8D2-7C94-93DD-5729-6357EBC2D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796050"/>
            <a:ext cx="7048525" cy="43315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2CB3CA3-3F34-6DC8-2E82-A5CCA1F06064}"/>
              </a:ext>
            </a:extLst>
          </p:cNvPr>
          <p:cNvSpPr txBox="1"/>
          <p:nvPr/>
        </p:nvSpPr>
        <p:spPr>
          <a:xfrm>
            <a:off x="332556" y="5446965"/>
            <a:ext cx="84944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333333"/>
                </a:solidFill>
                <a:effectLst/>
                <a:latin typeface="Helvetica Neue"/>
              </a:rPr>
              <a:t>O parâmetro 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MJXc-TeX-math-I"/>
              </a:rPr>
              <a:t>α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Helvetica Neue"/>
              </a:rPr>
              <a:t> é chamado de parâmetro de suavização e está definido no intervalo de 0 a 1.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60098326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119330" y="142875"/>
            <a:ext cx="68467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Suavização Exponencial Linear de Holt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C980D67-13FE-1672-4CF0-F9D12722AA97}"/>
              </a:ext>
            </a:extLst>
          </p:cNvPr>
          <p:cNvSpPr txBox="1"/>
          <p:nvPr/>
        </p:nvSpPr>
        <p:spPr>
          <a:xfrm>
            <a:off x="251520" y="836712"/>
            <a:ext cx="8496944" cy="156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Holt criou uma extensão ao método de suavização simples que permite prever dados com tendência que possui dois parâmetros 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MJXc-TeX-math-I"/>
              </a:rPr>
              <a:t>α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 e 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MJXc-TeX-math-I"/>
              </a:rPr>
              <a:t>β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. Matematicamente, temos:</a:t>
            </a:r>
            <a:endParaRPr lang="pt-BR" sz="2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5231BA-FB9E-FF49-71A9-B2BB155C8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5" y="2492895"/>
            <a:ext cx="4236037" cy="177726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C38C874-B8EC-8280-3266-5EE4A1674DB6}"/>
              </a:ext>
            </a:extLst>
          </p:cNvPr>
          <p:cNvSpPr txBox="1"/>
          <p:nvPr/>
        </p:nvSpPr>
        <p:spPr>
          <a:xfrm>
            <a:off x="251520" y="4593653"/>
            <a:ext cx="8640960" cy="1427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333333"/>
                </a:solidFill>
                <a:effectLst/>
                <a:latin typeface="Helvetica Neue"/>
              </a:rPr>
              <a:t>onde </a:t>
            </a:r>
            <a:r>
              <a:rPr lang="pt-BR" sz="2000" b="0" i="1" dirty="0" err="1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pt-BR" sz="1600" b="0" i="1" dirty="0" err="1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Helvetica Neue"/>
              </a:rPr>
              <a:t> corresponde a uma estimativa do componente de tendência e </a:t>
            </a:r>
            <a:r>
              <a:rPr lang="pt-BR" sz="2000" b="0" i="1" dirty="0" err="1">
                <a:solidFill>
                  <a:srgbClr val="333333"/>
                </a:solidFill>
                <a:effectLst/>
                <a:latin typeface="MJXc-TeX-math-I"/>
              </a:rPr>
              <a:t>l</a:t>
            </a:r>
            <a:r>
              <a:rPr lang="pt-BR" sz="1600" b="0" i="1" dirty="0" err="1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Helvetica Neue"/>
              </a:rPr>
              <a:t> uma estimativa do componente de nível da série no período </a:t>
            </a:r>
            <a:r>
              <a:rPr lang="pt-BR" sz="2000" b="0" i="1" dirty="0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Helvetica Neue"/>
              </a:rPr>
              <a:t>. Assim como 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MJXc-TeX-math-I"/>
              </a:rPr>
              <a:t>α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Helvetica Neue"/>
              </a:rPr>
              <a:t>, o parâmetro 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MJXc-TeX-math-I"/>
              </a:rPr>
              <a:t>β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Helvetica Neue"/>
              </a:rPr>
              <a:t> também está definido no intervalo [0,1].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06243155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27E6DCB-5E1C-9DE1-2442-0A4DDC22E482}"/>
              </a:ext>
            </a:extLst>
          </p:cNvPr>
          <p:cNvSpPr/>
          <p:nvPr/>
        </p:nvSpPr>
        <p:spPr>
          <a:xfrm>
            <a:off x="460497" y="142875"/>
            <a:ext cx="8164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Suavização Exponencial Linear de Holt-</a:t>
            </a:r>
            <a:r>
              <a:rPr lang="pt-BR" sz="2400" b="1" dirty="0" err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Winter</a:t>
            </a:r>
            <a:endParaRPr lang="pt-BR" sz="2400" b="1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4FFCB7-07C2-9E43-2A37-77D1D5F3B488}"/>
              </a:ext>
            </a:extLst>
          </p:cNvPr>
          <p:cNvSpPr txBox="1"/>
          <p:nvPr/>
        </p:nvSpPr>
        <p:spPr>
          <a:xfrm>
            <a:off x="251520" y="980728"/>
            <a:ext cx="8496944" cy="3567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Uma evolução do modelo linear de Holt foi criado por Holt e </a:t>
            </a:r>
            <a:r>
              <a:rPr lang="pt-BR" sz="2200" b="0" i="0" dirty="0" err="1">
                <a:solidFill>
                  <a:srgbClr val="333333"/>
                </a:solidFill>
                <a:effectLst/>
                <a:latin typeface="Helvetica Neue"/>
              </a:rPr>
              <a:t>Winter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 para possibilitar a modelagem de séries temporais por suavização exponencial que também possuam um componente sazonal. O método de Holt-Winters possui três equações para calcular os componentes 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MJXc-TeX-math-I"/>
              </a:rPr>
              <a:t>l</a:t>
            </a:r>
            <a:r>
              <a:rPr lang="pt-BR" b="0" i="1" dirty="0" err="1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 de nível, 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pt-BR" b="0" i="1" dirty="0" err="1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 de tendência e 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MJXc-TeX-math-I"/>
              </a:rPr>
              <a:t>s</a:t>
            </a:r>
            <a:r>
              <a:rPr lang="pt-BR" b="0" i="1" dirty="0" err="1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 de sazonalidade, com os parâmetros 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MJXc-TeX-math-I"/>
              </a:rPr>
              <a:t>α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, 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MJXc-TeX-math-I"/>
              </a:rPr>
              <a:t>β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 e 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  <a:sym typeface="Symbol" panose="05050102010706020507" pitchFamily="18" charset="2"/>
              </a:rPr>
              <a:t>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pt-BR" sz="2200" dirty="0">
                <a:solidFill>
                  <a:srgbClr val="333333"/>
                </a:solidFill>
                <a:latin typeface="Helvetica Neue"/>
              </a:rPr>
              <a:t>Esse método possui duas variações, o método </a:t>
            </a:r>
            <a:r>
              <a:rPr lang="pt-BR" sz="2200" b="1" dirty="0">
                <a:solidFill>
                  <a:srgbClr val="333333"/>
                </a:solidFill>
                <a:latin typeface="Helvetica Neue"/>
              </a:rPr>
              <a:t>aditivo</a:t>
            </a:r>
            <a:r>
              <a:rPr lang="pt-BR" sz="2200" dirty="0">
                <a:solidFill>
                  <a:srgbClr val="333333"/>
                </a:solidFill>
                <a:latin typeface="Helvetica Neue"/>
              </a:rPr>
              <a:t> e o método </a:t>
            </a:r>
            <a:r>
              <a:rPr lang="pt-BR" sz="2200" b="1" dirty="0">
                <a:solidFill>
                  <a:srgbClr val="333333"/>
                </a:solidFill>
                <a:latin typeface="Helvetica Neue"/>
              </a:rPr>
              <a:t>multiplicativo</a:t>
            </a:r>
            <a:r>
              <a:rPr lang="pt-BR" sz="2200" dirty="0">
                <a:solidFill>
                  <a:srgbClr val="333333"/>
                </a:solidFill>
                <a:latin typeface="Helvetica Neue"/>
              </a:rPr>
              <a:t>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3452702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38F9-445F-57B1-2D61-4C2F3562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455CB0A-B22F-0684-EF91-2E3FBCD1FB67}"/>
              </a:ext>
            </a:extLst>
          </p:cNvPr>
          <p:cNvSpPr/>
          <p:nvPr/>
        </p:nvSpPr>
        <p:spPr>
          <a:xfrm>
            <a:off x="2173312" y="142875"/>
            <a:ext cx="47387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Escolha do melhor modelo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45B24B-AD38-F60B-3024-0F9777A368E2}"/>
              </a:ext>
            </a:extLst>
          </p:cNvPr>
          <p:cNvSpPr txBox="1"/>
          <p:nvPr/>
        </p:nvSpPr>
        <p:spPr>
          <a:xfrm>
            <a:off x="251520" y="980728"/>
            <a:ext cx="84969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dirty="0">
                <a:solidFill>
                  <a:srgbClr val="333333"/>
                </a:solidFill>
                <a:effectLst/>
                <a:latin typeface="Helvetica Neue"/>
              </a:rPr>
              <a:t>Seleção automática do melhor modelo de suavização exponencial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1D2FB2-DCEB-E8CF-1D82-1EE611955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" y="1842866"/>
            <a:ext cx="9126224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2488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8AE63-B773-B2FB-DD8E-950CB943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7EF0155-E78A-1714-3F80-12B61D0F212A}"/>
              </a:ext>
            </a:extLst>
          </p:cNvPr>
          <p:cNvSpPr/>
          <p:nvPr/>
        </p:nvSpPr>
        <p:spPr>
          <a:xfrm>
            <a:off x="2173312" y="142875"/>
            <a:ext cx="47387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Escolha do melhor modelo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C1A226E-9474-190F-8175-155843937C7D}"/>
              </a:ext>
            </a:extLst>
          </p:cNvPr>
          <p:cNvSpPr txBox="1"/>
          <p:nvPr/>
        </p:nvSpPr>
        <p:spPr>
          <a:xfrm>
            <a:off x="251520" y="980728"/>
            <a:ext cx="8496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dirty="0">
                <a:solidFill>
                  <a:srgbClr val="333333"/>
                </a:solidFill>
                <a:effectLst/>
                <a:latin typeface="Helvetica Neue"/>
              </a:rPr>
              <a:t>Exemplo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A847FF2-1C38-A1E4-6367-CB73D9AAF94C}"/>
              </a:ext>
            </a:extLst>
          </p:cNvPr>
          <p:cNvSpPr txBox="1"/>
          <p:nvPr/>
        </p:nvSpPr>
        <p:spPr>
          <a:xfrm>
            <a:off x="395536" y="1442393"/>
            <a:ext cx="4588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# ajustando um modelo</a:t>
            </a:r>
          </a:p>
          <a:p>
            <a:r>
              <a:rPr lang="pt-BR" i="1" dirty="0" err="1"/>
              <a:t>modelo.ets</a:t>
            </a:r>
            <a:r>
              <a:rPr lang="pt-BR" i="1" dirty="0"/>
              <a:t> &lt;- </a:t>
            </a:r>
            <a:r>
              <a:rPr lang="pt-BR" i="1" dirty="0" err="1"/>
              <a:t>ets</a:t>
            </a:r>
            <a:r>
              <a:rPr lang="pt-BR" i="1" dirty="0"/>
              <a:t>(energia)</a:t>
            </a:r>
          </a:p>
          <a:p>
            <a:r>
              <a:rPr lang="pt-BR" i="1" dirty="0" err="1"/>
              <a:t>summary</a:t>
            </a:r>
            <a:r>
              <a:rPr lang="pt-BR" i="1" dirty="0"/>
              <a:t>(</a:t>
            </a:r>
            <a:r>
              <a:rPr lang="pt-BR" i="1" dirty="0" err="1"/>
              <a:t>modelo.ets</a:t>
            </a:r>
            <a:r>
              <a:rPr lang="pt-BR" i="1" dirty="0"/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D388F12-01DA-0708-2124-F08C164D525E}"/>
              </a:ext>
            </a:extLst>
          </p:cNvPr>
          <p:cNvSpPr txBox="1"/>
          <p:nvPr/>
        </p:nvSpPr>
        <p:spPr>
          <a:xfrm>
            <a:off x="467544" y="2498120"/>
            <a:ext cx="84969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Para a série temporal de exemplo, a função retornou um modelo ETS(A, N, A). A primeira letra se refere ao componente de erro e pode ser A (aditivo) ou M (multiplicativo), a segunda ao componente de tendência e pode ser N (não possui), A (aditivo), Ad (aditivo amortecido), M (multiplicativo) ou </a:t>
            </a:r>
            <a:r>
              <a:rPr lang="pt-BR" sz="2000" dirty="0" err="1"/>
              <a:t>Md</a:t>
            </a:r>
            <a:r>
              <a:rPr lang="pt-BR" sz="2000" dirty="0"/>
              <a:t> (multiplicativo amortecido) e a terceira ao componente de sazonalidade, que pode ser N, A ou M.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1764D92-0AA5-3E28-2180-946089D0F312}"/>
              </a:ext>
            </a:extLst>
          </p:cNvPr>
          <p:cNvSpPr txBox="1"/>
          <p:nvPr/>
        </p:nvSpPr>
        <p:spPr>
          <a:xfrm>
            <a:off x="395536" y="4582869"/>
            <a:ext cx="4588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plot</a:t>
            </a:r>
            <a:r>
              <a:rPr lang="pt-BR" i="1" dirty="0"/>
              <a:t>(energia)</a:t>
            </a:r>
          </a:p>
          <a:p>
            <a:r>
              <a:rPr lang="pt-BR" i="1" dirty="0" err="1"/>
              <a:t>lines</a:t>
            </a:r>
            <a:r>
              <a:rPr lang="pt-BR" i="1" dirty="0"/>
              <a:t>(</a:t>
            </a:r>
            <a:r>
              <a:rPr lang="pt-BR" i="1" dirty="0" err="1"/>
              <a:t>fitted</a:t>
            </a:r>
            <a:r>
              <a:rPr lang="pt-BR" i="1" dirty="0"/>
              <a:t>(</a:t>
            </a:r>
            <a:r>
              <a:rPr lang="pt-BR" i="1" dirty="0" err="1"/>
              <a:t>modelo.ets</a:t>
            </a:r>
            <a:r>
              <a:rPr lang="pt-BR" i="1" dirty="0"/>
              <a:t>), </a:t>
            </a:r>
            <a:r>
              <a:rPr lang="pt-BR" i="1" dirty="0" err="1"/>
              <a:t>col</a:t>
            </a:r>
            <a:r>
              <a:rPr lang="pt-BR" i="1" dirty="0"/>
              <a:t> = "</a:t>
            </a:r>
            <a:r>
              <a:rPr lang="pt-BR" i="1" dirty="0" err="1"/>
              <a:t>red</a:t>
            </a:r>
            <a:r>
              <a:rPr lang="pt-BR" i="1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8258546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10959</TotalTime>
  <Words>498</Words>
  <Application>Microsoft Office PowerPoint</Application>
  <PresentationFormat>Apresentação na tela (4:3)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Arial</vt:lpstr>
      <vt:lpstr>Helvetica Neue</vt:lpstr>
      <vt:lpstr>MJXc-TeX-math-I</vt:lpstr>
      <vt:lpstr>Times New Roman</vt:lpstr>
      <vt:lpstr>Verdana</vt:lpstr>
      <vt:lpstr>Wingdings</vt:lpstr>
      <vt:lpstr>Personalizar design</vt:lpstr>
      <vt:lpstr>Técnicas Estatísticas de Predição Sistemas de Informação  Aula 25  Séries Temporais: Suavização Exponencial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AULA_ACK</dc:title>
  <dc:creator>Andrea</dc:creator>
  <cp:lastModifiedBy>Adriano Borgatto</cp:lastModifiedBy>
  <cp:revision>1015</cp:revision>
  <dcterms:created xsi:type="dcterms:W3CDTF">2005-11-03T13:11:02Z</dcterms:created>
  <dcterms:modified xsi:type="dcterms:W3CDTF">2025-02-26T16:50:03Z</dcterms:modified>
</cp:coreProperties>
</file>