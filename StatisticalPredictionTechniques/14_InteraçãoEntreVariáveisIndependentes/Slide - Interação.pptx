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256" r:id="rId2"/>
    <p:sldId id="272" r:id="rId3"/>
    <p:sldId id="277" r:id="rId4"/>
    <p:sldId id="273" r:id="rId5"/>
    <p:sldId id="275" r:id="rId6"/>
    <p:sldId id="276" r:id="rId7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 autoAdjust="0"/>
    <p:restoredTop sz="94595" autoAdjust="0"/>
  </p:normalViewPr>
  <p:slideViewPr>
    <p:cSldViewPr>
      <p:cViewPr varScale="1">
        <p:scale>
          <a:sx n="71" d="100"/>
          <a:sy n="71" d="100"/>
        </p:scale>
        <p:origin x="171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A5F0E77C-0219-4FFD-AB16-A4453083D37A}"/>
    <pc:docChg chg="undo custSel addSld delSld modSld">
      <pc:chgData name="Adriano Borgatto" userId="e50a874dfa6d3f1a" providerId="LiveId" clId="{A5F0E77C-0219-4FFD-AB16-A4453083D37A}" dt="2022-04-05T17:12:26.759" v="1086" actId="20577"/>
      <pc:docMkLst>
        <pc:docMk/>
      </pc:docMkLst>
      <pc:sldChg chg="modSp mod">
        <pc:chgData name="Adriano Borgatto" userId="e50a874dfa6d3f1a" providerId="LiveId" clId="{A5F0E77C-0219-4FFD-AB16-A4453083D37A}" dt="2022-04-05T16:13:31.659" v="21" actId="20577"/>
        <pc:sldMkLst>
          <pc:docMk/>
          <pc:sldMk cId="0" sldId="256"/>
        </pc:sldMkLst>
      </pc:sldChg>
      <pc:sldChg chg="modSp mod">
        <pc:chgData name="Adriano Borgatto" userId="e50a874dfa6d3f1a" providerId="LiveId" clId="{A5F0E77C-0219-4FFD-AB16-A4453083D37A}" dt="2022-04-05T16:20:32.011" v="171" actId="20577"/>
        <pc:sldMkLst>
          <pc:docMk/>
          <pc:sldMk cId="3945532463" sldId="272"/>
        </pc:sldMkLst>
      </pc:sldChg>
      <pc:sldChg chg="addSp delSp modSp add">
        <pc:chgData name="Adriano Borgatto" userId="e50a874dfa6d3f1a" providerId="LiveId" clId="{A5F0E77C-0219-4FFD-AB16-A4453083D37A}" dt="2022-04-05T16:19:52.911" v="166" actId="207"/>
        <pc:sldMkLst>
          <pc:docMk/>
          <pc:sldMk cId="1138795558" sldId="273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74244307" sldId="273"/>
        </pc:sldMkLst>
      </pc:sldChg>
      <pc:sldChg chg="addSp delSp modSp add mod">
        <pc:chgData name="Adriano Borgatto" userId="e50a874dfa6d3f1a" providerId="LiveId" clId="{A5F0E77C-0219-4FFD-AB16-A4453083D37A}" dt="2022-04-05T16:29:01.099" v="294" actId="20577"/>
        <pc:sldMkLst>
          <pc:docMk/>
          <pc:sldMk cId="99944423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33450635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013310454" sldId="275"/>
        </pc:sldMkLst>
      </pc:sldChg>
      <pc:sldChg chg="addSp modSp add mod modAnim">
        <pc:chgData name="Adriano Borgatto" userId="e50a874dfa6d3f1a" providerId="LiveId" clId="{A5F0E77C-0219-4FFD-AB16-A4453083D37A}" dt="2022-04-05T16:32:45.680" v="329" actId="1035"/>
        <pc:sldMkLst>
          <pc:docMk/>
          <pc:sldMk cId="3378211107" sldId="275"/>
        </pc:sldMkLst>
      </pc:sldChg>
      <pc:sldChg chg="addSp modSp add mod">
        <pc:chgData name="Adriano Borgatto" userId="e50a874dfa6d3f1a" providerId="LiveId" clId="{A5F0E77C-0219-4FFD-AB16-A4453083D37A}" dt="2022-04-05T16:33:05.850" v="352" actId="1037"/>
        <pc:sldMkLst>
          <pc:docMk/>
          <pc:sldMk cId="1128200771" sldId="276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3529786" sldId="276"/>
        </pc:sldMkLst>
      </pc:sldChg>
      <pc:sldChg chg="addSp delSp modSp add mod">
        <pc:chgData name="Adriano Borgatto" userId="e50a874dfa6d3f1a" providerId="LiveId" clId="{A5F0E77C-0219-4FFD-AB16-A4453083D37A}" dt="2022-04-05T16:33:54.862" v="357" actId="1076"/>
        <pc:sldMkLst>
          <pc:docMk/>
          <pc:sldMk cId="1097531658" sldId="277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39448667" sldId="277"/>
        </pc:sldMkLst>
      </pc:sldChg>
      <pc:sldChg chg="addSp delSp modSp add mod">
        <pc:chgData name="Adriano Borgatto" userId="e50a874dfa6d3f1a" providerId="LiveId" clId="{A5F0E77C-0219-4FFD-AB16-A4453083D37A}" dt="2022-04-05T16:34:01.094" v="359"/>
        <pc:sldMkLst>
          <pc:docMk/>
          <pc:sldMk cId="75005195" sldId="278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A5F0E77C-0219-4FFD-AB16-A4453083D37A}" dt="2022-04-05T16:36:16.351" v="406" actId="1076"/>
        <pc:sldMkLst>
          <pc:docMk/>
          <pc:sldMk cId="2192296426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44337337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42753214" sldId="280"/>
        </pc:sldMkLst>
      </pc:sldChg>
      <pc:sldChg chg="addSp delSp modSp add mod">
        <pc:chgData name="Adriano Borgatto" userId="e50a874dfa6d3f1a" providerId="LiveId" clId="{A5F0E77C-0219-4FFD-AB16-A4453083D37A}" dt="2022-04-05T16:42:21.231" v="522" actId="20577"/>
        <pc:sldMkLst>
          <pc:docMk/>
          <pc:sldMk cId="3599932880" sldId="280"/>
        </pc:sldMkLst>
      </pc:sldChg>
      <pc:sldChg chg="addSp delSp modSp add mod">
        <pc:chgData name="Adriano Borgatto" userId="e50a874dfa6d3f1a" providerId="LiveId" clId="{A5F0E77C-0219-4FFD-AB16-A4453083D37A}" dt="2022-04-05T16:44:14.803" v="569" actId="14100"/>
        <pc:sldMkLst>
          <pc:docMk/>
          <pc:sldMk cId="742994144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19835411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A5F0E77C-0219-4FFD-AB16-A4453083D37A}" dt="2022-04-05T16:47:05.793" v="779" actId="1038"/>
        <pc:sldMkLst>
          <pc:docMk/>
          <pc:sldMk cId="2824057520" sldId="282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03279597" sldId="283"/>
        </pc:sldMkLst>
      </pc:sldChg>
      <pc:sldChg chg="addSp delSp modSp add mod">
        <pc:chgData name="Adriano Borgatto" userId="e50a874dfa6d3f1a" providerId="LiveId" clId="{A5F0E77C-0219-4FFD-AB16-A4453083D37A}" dt="2022-04-05T16:56:36.709" v="815" actId="962"/>
        <pc:sldMkLst>
          <pc:docMk/>
          <pc:sldMk cId="3195865450" sldId="283"/>
        </pc:sldMkLst>
      </pc:sldChg>
      <pc:sldChg chg="addSp modSp add mod">
        <pc:chgData name="Adriano Borgatto" userId="e50a874dfa6d3f1a" providerId="LiveId" clId="{A5F0E77C-0219-4FFD-AB16-A4453083D37A}" dt="2022-04-05T17:12:26.759" v="1086" actId="20577"/>
        <pc:sldMkLst>
          <pc:docMk/>
          <pc:sldMk cId="668276418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36067746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47466032" sldId="285"/>
        </pc:sldMkLst>
      </pc:sldChg>
      <pc:sldChg chg="modSp add del">
        <pc:chgData name="Adriano Borgatto" userId="e50a874dfa6d3f1a" providerId="LiveId" clId="{A5F0E77C-0219-4FFD-AB16-A4453083D37A}" dt="2022-04-05T16:32:19.729" v="295" actId="47"/>
        <pc:sldMkLst>
          <pc:docMk/>
          <pc:sldMk cId="2559623775" sldId="285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DE524013-6D21-4E19-BC9D-8384F6A01639}"/>
    <pc:docChg chg="modSld">
      <pc:chgData name="Adriano Borgatto" userId="e50a874dfa6d3f1a" providerId="LiveId" clId="{DE524013-6D21-4E19-BC9D-8384F6A01639}" dt="2022-03-08T12:53:01.291" v="6" actId="20577"/>
      <pc:docMkLst>
        <pc:docMk/>
      </pc:docMkLst>
      <pc:sldChg chg="modSp mod">
        <pc:chgData name="Adriano Borgatto" userId="e50a874dfa6d3f1a" providerId="LiveId" clId="{DE524013-6D21-4E19-BC9D-8384F6A01639}" dt="2022-03-08T12:53:01.291" v="6" actId="20577"/>
        <pc:sldMkLst>
          <pc:docMk/>
          <pc:sldMk cId="2013310454" sldId="275"/>
        </pc:sldMkLst>
      </pc:sldChg>
      <pc:sldChg chg="modSp mod">
        <pc:chgData name="Adriano Borgatto" userId="e50a874dfa6d3f1a" providerId="LiveId" clId="{DE524013-6D21-4E19-BC9D-8384F6A01639}" dt="2022-02-14T16:50:43.239" v="2" actId="2057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9133AC44-9496-4E83-A525-6B751EB2E002}"/>
    <pc:docChg chg="custSel addSld delSld modSld">
      <pc:chgData name="Adriano Borgatto" userId="e50a874dfa6d3f1a" providerId="LiveId" clId="{9133AC44-9496-4E83-A525-6B751EB2E002}" dt="2022-04-05T13:18:05.260" v="1193" actId="6549"/>
      <pc:docMkLst>
        <pc:docMk/>
      </pc:docMkLst>
      <pc:sldChg chg="modSp mod">
        <pc:chgData name="Adriano Borgatto" userId="e50a874dfa6d3f1a" providerId="LiveId" clId="{9133AC44-9496-4E83-A525-6B751EB2E002}" dt="2022-04-05T13:02:33.793" v="36" actId="20577"/>
        <pc:sldMkLst>
          <pc:docMk/>
          <pc:sldMk cId="0" sldId="256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0" sldId="258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97426403" sldId="259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1802714433" sldId="261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06920721" sldId="262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58561624" sldId="263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974571722" sldId="270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86078432" sldId="271"/>
        </pc:sldMkLst>
      </pc:sldChg>
      <pc:sldChg chg="addSp modSp mod">
        <pc:chgData name="Adriano Borgatto" userId="e50a874dfa6d3f1a" providerId="LiveId" clId="{9133AC44-9496-4E83-A525-6B751EB2E002}" dt="2022-04-05T13:11:40.773" v="540" actId="207"/>
        <pc:sldMkLst>
          <pc:docMk/>
          <pc:sldMk cId="3945532463" sldId="272"/>
        </pc:sldMkLst>
      </pc:sldChg>
      <pc:sldChg chg="delSp modSp add mod">
        <pc:chgData name="Adriano Borgatto" userId="e50a874dfa6d3f1a" providerId="LiveId" clId="{9133AC44-9496-4E83-A525-6B751EB2E002}" dt="2022-04-05T13:18:05.260" v="1193" actId="6549"/>
        <pc:sldMkLst>
          <pc:docMk/>
          <pc:sldMk cId="905316025" sldId="273"/>
        </pc:sldMkLst>
      </pc:sldChg>
    </pc:docChg>
  </pc:docChgLst>
  <pc:docChgLst>
    <pc:chgData name="Adriano Borgatto" userId="e50a874dfa6d3f1a" providerId="LiveId" clId="{BC181C97-953D-4172-B9C0-6D83A184D733}"/>
    <pc:docChg chg="undo custSel addSld delSld modSld">
      <pc:chgData name="Adriano Borgatto" userId="e50a874dfa6d3f1a" providerId="LiveId" clId="{BC181C97-953D-4172-B9C0-6D83A184D733}" dt="2022-04-04T16:27:20.060" v="1032" actId="20577"/>
      <pc:docMkLst>
        <pc:docMk/>
      </pc:docMkLst>
      <pc:sldChg chg="modSp mod">
        <pc:chgData name="Adriano Borgatto" userId="e50a874dfa6d3f1a" providerId="LiveId" clId="{BC181C97-953D-4172-B9C0-6D83A184D733}" dt="2022-04-04T13:27:34.121" v="61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BC181C97-953D-4172-B9C0-6D83A184D733}" dt="2022-04-04T14:14:38.031" v="627" actId="14100"/>
        <pc:sldMkLst>
          <pc:docMk/>
          <pc:sldMk cId="0" sldId="258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652844300" sldId="259"/>
        </pc:sldMkLst>
      </pc:sldChg>
      <pc:sldChg chg="addSp modSp add mod">
        <pc:chgData name="Adriano Borgatto" userId="e50a874dfa6d3f1a" providerId="LiveId" clId="{BC181C97-953D-4172-B9C0-6D83A184D733}" dt="2022-04-04T14:04:16.654" v="186" actId="20577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BC181C97-953D-4172-B9C0-6D83A184D733}" dt="2022-04-04T14:11:45.587" v="549" actId="1036"/>
        <pc:sldMkLst>
          <pc:docMk/>
          <pc:sldMk cId="2613099061" sldId="26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74184503" sldId="261"/>
        </pc:sldMkLst>
      </pc:sldChg>
      <pc:sldChg chg="addSp modSp add mod">
        <pc:chgData name="Adriano Borgatto" userId="e50a874dfa6d3f1a" providerId="LiveId" clId="{BC181C97-953D-4172-B9C0-6D83A184D733}" dt="2022-04-04T14:20:25.735" v="749" actId="1076"/>
        <pc:sldMkLst>
          <pc:docMk/>
          <pc:sldMk cId="2203118664" sldId="261"/>
        </pc:sldMkLst>
      </pc:sldChg>
      <pc:sldChg chg="addSp delSp modSp add mod">
        <pc:chgData name="Adriano Borgatto" userId="e50a874dfa6d3f1a" providerId="LiveId" clId="{BC181C97-953D-4172-B9C0-6D83A184D733}" dt="2022-04-04T14:20:32.102" v="751"/>
        <pc:sldMkLst>
          <pc:docMk/>
          <pc:sldMk cId="371732222" sldId="26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611410075" sldId="262"/>
        </pc:sldMkLst>
      </pc:sldChg>
      <pc:sldChg chg="addSp delSp modSp add mod">
        <pc:chgData name="Adriano Borgatto" userId="e50a874dfa6d3f1a" providerId="LiveId" clId="{BC181C97-953D-4172-B9C0-6D83A184D733}" dt="2022-04-04T14:20:38.087" v="753"/>
        <pc:sldMkLst>
          <pc:docMk/>
          <pc:sldMk cId="1158927129" sldId="263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831347756" sldId="263"/>
        </pc:sldMkLst>
      </pc:sldChg>
      <pc:sldChg chg="addSp modSp add mod">
        <pc:chgData name="Adriano Borgatto" userId="e50a874dfa6d3f1a" providerId="LiveId" clId="{BC181C97-953D-4172-B9C0-6D83A184D733}" dt="2022-04-04T14:24:41.140" v="852" actId="122"/>
        <pc:sldMkLst>
          <pc:docMk/>
          <pc:sldMk cId="1813755357" sldId="264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014035416" sldId="264"/>
        </pc:sldMkLst>
      </pc:sldChg>
      <pc:sldChg chg="addSp modSp add mod">
        <pc:chgData name="Adriano Borgatto" userId="e50a874dfa6d3f1a" providerId="LiveId" clId="{BC181C97-953D-4172-B9C0-6D83A184D733}" dt="2022-04-04T14:31:32.988" v="902" actId="1035"/>
        <pc:sldMkLst>
          <pc:docMk/>
          <pc:sldMk cId="443477199" sldId="265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BC181C97-953D-4172-B9C0-6D83A184D733}" dt="2022-04-04T16:27:20.060" v="1032" actId="20577"/>
        <pc:sldMkLst>
          <pc:docMk/>
          <pc:sldMk cId="2292630170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072415336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07021074" sldId="267"/>
        </pc:sldMkLst>
      </pc:sldChg>
      <pc:sldChg chg="addSp delSp modSp add mod">
        <pc:chgData name="Adriano Borgatto" userId="e50a874dfa6d3f1a" providerId="LiveId" clId="{BC181C97-953D-4172-B9C0-6D83A184D733}" dt="2022-04-04T14:04:12.096" v="185" actId="1038"/>
        <pc:sldMkLst>
          <pc:docMk/>
          <pc:sldMk cId="2969784623" sldId="267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1817576425" sldId="268"/>
        </pc:sldMkLst>
      </pc:sldChg>
      <pc:sldChg chg="addSp delSp modSp add mod">
        <pc:chgData name="Adriano Borgatto" userId="e50a874dfa6d3f1a" providerId="LiveId" clId="{BC181C97-953D-4172-B9C0-6D83A184D733}" dt="2022-04-04T14:15:48.607" v="644" actId="207"/>
        <pc:sldMkLst>
          <pc:docMk/>
          <pc:sldMk cId="1949786334" sldId="268"/>
        </pc:sldMkLst>
      </pc:sldChg>
      <pc:sldChg chg="delSp add del mod">
        <pc:chgData name="Adriano Borgatto" userId="e50a874dfa6d3f1a" providerId="LiveId" clId="{BC181C97-953D-4172-B9C0-6D83A184D733}" dt="2022-04-04T14:15:55.478" v="645" actId="47"/>
        <pc:sldMkLst>
          <pc:docMk/>
          <pc:sldMk cId="1522573566" sldId="269"/>
        </pc:sldMkLst>
      </pc:sldChg>
      <pc:sldChg chg="add">
        <pc:chgData name="Adriano Borgatto" userId="e50a874dfa6d3f1a" providerId="LiveId" clId="{BC181C97-953D-4172-B9C0-6D83A184D733}" dt="2022-04-04T14:13:12.689" v="554" actId="2890"/>
        <pc:sldMkLst>
          <pc:docMk/>
          <pc:sldMk cId="2328634869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15427500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92579993" sldId="271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281397298" sldId="27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A5AEA658-519E-401F-8649-5B428EE04CC9}"/>
    <pc:docChg chg="modSld">
      <pc:chgData name="Adriano Borgatto" userId="e50a874dfa6d3f1a" providerId="LiveId" clId="{A5AEA658-519E-401F-8649-5B428EE04CC9}" dt="2022-08-12T19:27:27.343" v="0" actId="20577"/>
      <pc:docMkLst>
        <pc:docMk/>
      </pc:docMkLst>
      <pc:sldChg chg="modSp mod">
        <pc:chgData name="Adriano Borgatto" userId="e50a874dfa6d3f1a" providerId="LiveId" clId="{A5AEA658-519E-401F-8649-5B428EE04CC9}" dt="2022-08-12T19:27:27.343" v="0" actId="20577"/>
        <pc:sldMkLst>
          <pc:docMk/>
          <pc:sldMk cId="0" sldId="256"/>
        </pc:sldMkLst>
      </pc:sldChg>
    </pc:docChg>
  </pc:docChgLst>
  <pc:docChgLst>
    <pc:chgData name="Adriano Borgatto" userId="e50a874dfa6d3f1a" providerId="LiveId" clId="{A9B99095-BBB2-4035-90AF-C19CC373C250}"/>
    <pc:docChg chg="modSld">
      <pc:chgData name="Adriano Borgatto" userId="e50a874dfa6d3f1a" providerId="LiveId" clId="{A9B99095-BBB2-4035-90AF-C19CC373C250}" dt="2025-04-28T16:56:23.289" v="1" actId="20577"/>
      <pc:docMkLst>
        <pc:docMk/>
      </pc:docMkLst>
      <pc:sldChg chg="modSp mod">
        <pc:chgData name="Adriano Borgatto" userId="e50a874dfa6d3f1a" providerId="LiveId" clId="{A9B99095-BBB2-4035-90AF-C19CC373C250}" dt="2025-04-28T16:56:23.289" v="1" actId="20577"/>
        <pc:sldMkLst>
          <pc:docMk/>
          <pc:sldMk cId="3945532463" sldId="272"/>
        </pc:sldMkLst>
        <pc:spChg chg="mod">
          <ac:chgData name="Adriano Borgatto" userId="e50a874dfa6d3f1a" providerId="LiveId" clId="{A9B99095-BBB2-4035-90AF-C19CC373C250}" dt="2025-04-28T16:56:23.289" v="1" actId="20577"/>
          <ac:spMkLst>
            <pc:docMk/>
            <pc:sldMk cId="3945532463" sldId="272"/>
            <ac:spMk id="3" creationId="{A25DB1BC-8BC9-2192-8C48-9A1D9540D616}"/>
          </ac:spMkLst>
        </pc:spChg>
      </pc:sldChg>
    </pc:docChg>
  </pc:docChgLst>
  <pc:docChgLst>
    <pc:chgData name="Adriano Borgatto" userId="e50a874dfa6d3f1a" providerId="LiveId" clId="{A089B529-FE21-4D7C-BD58-AC6F4A145EB1}"/>
    <pc:docChg chg="custSel addSld delSld modSld">
      <pc:chgData name="Adriano Borgatto" userId="e50a874dfa6d3f1a" providerId="LiveId" clId="{A089B529-FE21-4D7C-BD58-AC6F4A145EB1}" dt="2022-04-04T12:38:48.790" v="1137" actId="47"/>
      <pc:docMkLst>
        <pc:docMk/>
      </pc:docMkLst>
      <pc:sldChg chg="addSp delSp modSp mod">
        <pc:chgData name="Adriano Borgatto" userId="e50a874dfa6d3f1a" providerId="LiveId" clId="{A089B529-FE21-4D7C-BD58-AC6F4A145EB1}" dt="2022-04-04T12:07:39.517" v="306" actId="20577"/>
        <pc:sldMkLst>
          <pc:docMk/>
          <pc:sldMk cId="0" sldId="258"/>
        </pc:sldMkLst>
      </pc:sldChg>
      <pc:sldChg chg="addSp delSp modSp add mod">
        <pc:chgData name="Adriano Borgatto" userId="e50a874dfa6d3f1a" providerId="LiveId" clId="{A089B529-FE21-4D7C-BD58-AC6F4A145EB1}" dt="2022-04-04T12:09:43.340" v="335" actId="20577"/>
        <pc:sldMkLst>
          <pc:docMk/>
          <pc:sldMk cId="652844300" sldId="259"/>
        </pc:sldMkLst>
      </pc:sldChg>
      <pc:sldChg chg="addSp modSp add del mod">
        <pc:chgData name="Adriano Borgatto" userId="e50a874dfa6d3f1a" providerId="LiveId" clId="{A089B529-FE21-4D7C-BD58-AC6F4A145EB1}" dt="2022-04-04T12:10:03.763" v="336" actId="47"/>
        <pc:sldMkLst>
          <pc:docMk/>
          <pc:sldMk cId="3797606046" sldId="260"/>
        </pc:sldMkLst>
      </pc:sldChg>
      <pc:sldChg chg="addSp delSp modSp add mod">
        <pc:chgData name="Adriano Borgatto" userId="e50a874dfa6d3f1a" providerId="LiveId" clId="{A089B529-FE21-4D7C-BD58-AC6F4A145EB1}" dt="2022-04-04T12:10:19.684" v="338" actId="22"/>
        <pc:sldMkLst>
          <pc:docMk/>
          <pc:sldMk cId="374184503" sldId="261"/>
        </pc:sldMkLst>
      </pc:sldChg>
      <pc:sldChg chg="addSp delSp modSp add mod">
        <pc:chgData name="Adriano Borgatto" userId="e50a874dfa6d3f1a" providerId="LiveId" clId="{A089B529-FE21-4D7C-BD58-AC6F4A145EB1}" dt="2022-04-04T12:11:29.178" v="376" actId="22"/>
        <pc:sldMkLst>
          <pc:docMk/>
          <pc:sldMk cId="2611410075" sldId="262"/>
        </pc:sldMkLst>
      </pc:sldChg>
      <pc:sldChg chg="addSp delSp modSp add del mod">
        <pc:chgData name="Adriano Borgatto" userId="e50a874dfa6d3f1a" providerId="LiveId" clId="{A089B529-FE21-4D7C-BD58-AC6F4A145EB1}" dt="2022-04-04T12:13:28.027" v="391"/>
        <pc:sldMkLst>
          <pc:docMk/>
          <pc:sldMk cId="2831347756" sldId="263"/>
        </pc:sldMkLst>
      </pc:sldChg>
      <pc:sldChg chg="addSp modSp add del mod">
        <pc:chgData name="Adriano Borgatto" userId="e50a874dfa6d3f1a" providerId="LiveId" clId="{A089B529-FE21-4D7C-BD58-AC6F4A145EB1}" dt="2022-04-04T12:14:45.139" v="407" actId="22"/>
        <pc:sldMkLst>
          <pc:docMk/>
          <pc:sldMk cId="2014035416" sldId="264"/>
        </pc:sldMkLst>
      </pc:sldChg>
      <pc:sldChg chg="addSp delSp modSp add mod">
        <pc:chgData name="Adriano Borgatto" userId="e50a874dfa6d3f1a" providerId="LiveId" clId="{A089B529-FE21-4D7C-BD58-AC6F4A145EB1}" dt="2022-04-04T12:16:10.819" v="482" actId="1035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A089B529-FE21-4D7C-BD58-AC6F4A145EB1}" dt="2022-04-04T12:21:10.560" v="810" actId="122"/>
        <pc:sldMkLst>
          <pc:docMk/>
          <pc:sldMk cId="3072415336" sldId="266"/>
        </pc:sldMkLst>
      </pc:sldChg>
      <pc:sldChg chg="addSp modSp add mod">
        <pc:chgData name="Adriano Borgatto" userId="e50a874dfa6d3f1a" providerId="LiveId" clId="{A089B529-FE21-4D7C-BD58-AC6F4A145EB1}" dt="2022-04-04T12:30:15.950" v="840" actId="14100"/>
        <pc:sldMkLst>
          <pc:docMk/>
          <pc:sldMk cId="2207021074" sldId="267"/>
        </pc:sldMkLst>
      </pc:sldChg>
      <pc:sldChg chg="addSp modSp add mod">
        <pc:chgData name="Adriano Borgatto" userId="e50a874dfa6d3f1a" providerId="LiveId" clId="{A089B529-FE21-4D7C-BD58-AC6F4A145EB1}" dt="2022-04-04T12:38:45.041" v="1136" actId="14100"/>
        <pc:sldMkLst>
          <pc:docMk/>
          <pc:sldMk cId="1817576425" sldId="268"/>
        </pc:sldMkLst>
      </pc:sldChg>
      <pc:sldChg chg="add del">
        <pc:chgData name="Adriano Borgatto" userId="e50a874dfa6d3f1a" providerId="LiveId" clId="{A089B529-FE21-4D7C-BD58-AC6F4A145EB1}" dt="2022-04-04T12:38:48.790" v="1137" actId="47"/>
        <pc:sldMkLst>
          <pc:docMk/>
          <pc:sldMk cId="3323713584" sldId="269"/>
        </pc:sldMkLst>
      </pc:sldChg>
      <pc:sldChg chg="addSp delSp modSp add mod">
        <pc:chgData name="Adriano Borgatto" userId="e50a874dfa6d3f1a" providerId="LiveId" clId="{A089B529-FE21-4D7C-BD58-AC6F4A145EB1}" dt="2022-04-04T12:08:36.404" v="314" actId="22"/>
        <pc:sldMkLst>
          <pc:docMk/>
          <pc:sldMk cId="2915427500" sldId="270"/>
        </pc:sldMkLst>
      </pc:sldChg>
      <pc:sldChg chg="addSp add del mod">
        <pc:chgData name="Adriano Borgatto" userId="e50a874dfa6d3f1a" providerId="LiveId" clId="{A089B529-FE21-4D7C-BD58-AC6F4A145EB1}" dt="2022-04-04T12:11:46.312" v="377" actId="22"/>
        <pc:sldMkLst>
          <pc:docMk/>
          <pc:sldMk cId="2992579993" sldId="271"/>
        </pc:sldMkLst>
      </pc:sldChg>
      <pc:sldChg chg="addSp modSp add del mod">
        <pc:chgData name="Adriano Borgatto" userId="e50a874dfa6d3f1a" providerId="LiveId" clId="{A089B529-FE21-4D7C-BD58-AC6F4A145EB1}" dt="2022-04-04T12:12:27.285" v="382" actId="1037"/>
        <pc:sldMkLst>
          <pc:docMk/>
          <pc:sldMk cId="4281397298" sldId="272"/>
        </pc:sldMkLst>
      </pc:sldChg>
      <pc:sldChg chg="addSp modSp add mod">
        <pc:chgData name="Adriano Borgatto" userId="e50a874dfa6d3f1a" providerId="LiveId" clId="{A089B529-FE21-4D7C-BD58-AC6F4A145EB1}" dt="2022-04-04T12:12:50.569" v="388" actId="1037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15AA6041-E572-46DE-BFE1-138075B5F06B}"/>
    <pc:docChg chg="modSld">
      <pc:chgData name="Adriano Borgatto" userId="e50a874dfa6d3f1a" providerId="LiveId" clId="{15AA6041-E572-46DE-BFE1-138075B5F06B}" dt="2024-08-08T12:53:52.324" v="1" actId="20577"/>
      <pc:docMkLst>
        <pc:docMk/>
      </pc:docMkLst>
      <pc:sldChg chg="modSp mod">
        <pc:chgData name="Adriano Borgatto" userId="e50a874dfa6d3f1a" providerId="LiveId" clId="{15AA6041-E572-46DE-BFE1-138075B5F06B}" dt="2024-08-08T12:53:52.324" v="1" actId="20577"/>
        <pc:sldMkLst>
          <pc:docMk/>
          <pc:sldMk cId="0" sldId="256"/>
        </pc:sldMkLst>
      </pc:sldChg>
    </pc:docChg>
  </pc:docChgLst>
  <pc:docChgLst>
    <pc:chgData name="Adriano Borgatto" userId="e50a874dfa6d3f1a" providerId="LiveId" clId="{3CE59BC4-986F-4556-8BF3-716DB99A5565}"/>
    <pc:docChg chg="undo custSel addSld delSld modSld">
      <pc:chgData name="Adriano Borgatto" userId="e50a874dfa6d3f1a" providerId="LiveId" clId="{3CE59BC4-986F-4556-8BF3-716DB99A5565}" dt="2022-08-15T15:05:06.912" v="263" actId="6549"/>
      <pc:docMkLst>
        <pc:docMk/>
      </pc:docMkLst>
      <pc:sldChg chg="addSp delSp modSp mod">
        <pc:chgData name="Adriano Borgatto" userId="e50a874dfa6d3f1a" providerId="LiveId" clId="{3CE59BC4-986F-4556-8BF3-716DB99A5565}" dt="2022-08-15T13:57:54.199" v="52"/>
        <pc:sldMkLst>
          <pc:docMk/>
          <pc:sldMk cId="3945532463" sldId="272"/>
        </pc:sldMkLst>
      </pc:sldChg>
      <pc:sldChg chg="addSp delSp modSp mod">
        <pc:chgData name="Adriano Borgatto" userId="e50a874dfa6d3f1a" providerId="LiveId" clId="{3CE59BC4-986F-4556-8BF3-716DB99A5565}" dt="2022-08-15T15:01:50.898" v="185"/>
        <pc:sldMkLst>
          <pc:docMk/>
          <pc:sldMk cId="3889261101" sldId="274"/>
        </pc:sldMkLst>
      </pc:sldChg>
      <pc:sldChg chg="modSp mod">
        <pc:chgData name="Adriano Borgatto" userId="e50a874dfa6d3f1a" providerId="LiveId" clId="{3CE59BC4-986F-4556-8BF3-716DB99A5565}" dt="2022-08-15T14:01:50.790" v="156" actId="20577"/>
        <pc:sldMkLst>
          <pc:docMk/>
          <pc:sldMk cId="3852631124" sldId="275"/>
        </pc:sldMkLst>
      </pc:sldChg>
      <pc:sldChg chg="modSp mod">
        <pc:chgData name="Adriano Borgatto" userId="e50a874dfa6d3f1a" providerId="LiveId" clId="{3CE59BC4-986F-4556-8BF3-716DB99A5565}" dt="2022-08-15T15:05:06.912" v="263" actId="6549"/>
        <pc:sldMkLst>
          <pc:docMk/>
          <pc:sldMk cId="3814476370" sldId="276"/>
        </pc:sldMkLst>
      </pc:sldChg>
      <pc:sldChg chg="addSp modSp add">
        <pc:chgData name="Adriano Borgatto" userId="e50a874dfa6d3f1a" providerId="LiveId" clId="{3CE59BC4-986F-4556-8BF3-716DB99A5565}" dt="2022-08-15T13:58:10.002" v="53"/>
        <pc:sldMkLst>
          <pc:docMk/>
          <pc:sldMk cId="3207327144" sldId="277"/>
        </pc:sldMkLst>
      </pc:sldChg>
      <pc:sldChg chg="add del">
        <pc:chgData name="Adriano Borgatto" userId="e50a874dfa6d3f1a" providerId="LiveId" clId="{3CE59BC4-986F-4556-8BF3-716DB99A5565}" dt="2022-08-15T13:58:28.185" v="54" actId="2696"/>
        <pc:sldMkLst>
          <pc:docMk/>
          <pc:sldMk cId="968472283" sldId="278"/>
        </pc:sldMkLst>
      </pc:sldChg>
      <pc:sldChg chg="modSp add mod">
        <pc:chgData name="Adriano Borgatto" userId="e50a874dfa6d3f1a" providerId="LiveId" clId="{3CE59BC4-986F-4556-8BF3-716DB99A5565}" dt="2022-08-15T15:02:19.181" v="187" actId="1076"/>
        <pc:sldMkLst>
          <pc:docMk/>
          <pc:sldMk cId="2330768121" sldId="278"/>
        </pc:sldMkLst>
      </pc:sldChg>
      <pc:sldChg chg="add del">
        <pc:chgData name="Adriano Borgatto" userId="e50a874dfa6d3f1a" providerId="LiveId" clId="{3CE59BC4-986F-4556-8BF3-716DB99A5565}" dt="2022-08-15T13:58:28.185" v="54" actId="2696"/>
        <pc:sldMkLst>
          <pc:docMk/>
          <pc:sldMk cId="2144244958" sldId="279"/>
        </pc:sldMkLst>
      </pc:sldChg>
      <pc:sldChg chg="add del">
        <pc:chgData name="Adriano Borgatto" userId="e50a874dfa6d3f1a" providerId="LiveId" clId="{3CE59BC4-986F-4556-8BF3-716DB99A5565}" dt="2022-08-15T13:58:28.185" v="54" actId="2696"/>
        <pc:sldMkLst>
          <pc:docMk/>
          <pc:sldMk cId="2380135969" sldId="280"/>
        </pc:sldMkLst>
      </pc:sldChg>
      <pc:sldChg chg="add del">
        <pc:chgData name="Adriano Borgatto" userId="e50a874dfa6d3f1a" providerId="LiveId" clId="{3CE59BC4-986F-4556-8BF3-716DB99A5565}" dt="2022-08-15T13:58:28.185" v="54" actId="2696"/>
        <pc:sldMkLst>
          <pc:docMk/>
          <pc:sldMk cId="3510516850" sldId="281"/>
        </pc:sldMkLst>
      </pc:sldChg>
    </pc:docChg>
  </pc:docChgLst>
  <pc:docChgLst>
    <pc:chgData name="Adriano Borgatto" userId="e50a874dfa6d3f1a" providerId="LiveId" clId="{88C1CB35-E29F-4286-B8A1-553BE109C0B3}"/>
    <pc:docChg chg="undo custSel addSld delSld modSld">
      <pc:chgData name="Adriano Borgatto" userId="e50a874dfa6d3f1a" providerId="LiveId" clId="{88C1CB35-E29F-4286-B8A1-553BE109C0B3}" dt="2022-04-04T17:21:39.139" v="1585" actId="47"/>
      <pc:docMkLst>
        <pc:docMk/>
      </pc:docMkLst>
      <pc:sldChg chg="modSp mod">
        <pc:chgData name="Adriano Borgatto" userId="e50a874dfa6d3f1a" providerId="LiveId" clId="{88C1CB35-E29F-4286-B8A1-553BE109C0B3}" dt="2022-04-04T16:35:33.659" v="24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88C1CB35-E29F-4286-B8A1-553BE109C0B3}" dt="2022-04-04T16:38:57.382" v="202" actId="20577"/>
        <pc:sldMkLst>
          <pc:docMk/>
          <pc:sldMk cId="0" sldId="25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88C1CB35-E29F-4286-B8A1-553BE109C0B3}" dt="2022-04-04T16:39:18.730" v="216" actId="1035"/>
        <pc:sldMkLst>
          <pc:docMk/>
          <pc:sldMk cId="1149392784" sldId="25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613099061" sldId="260"/>
        </pc:sldMkLst>
      </pc:sldChg>
      <pc:sldChg chg="addSp modSp add mod">
        <pc:chgData name="Adriano Borgatto" userId="e50a874dfa6d3f1a" providerId="LiveId" clId="{88C1CB35-E29F-4286-B8A1-553BE109C0B3}" dt="2022-04-04T16:40:39.444" v="231" actId="20577"/>
        <pc:sldMkLst>
          <pc:docMk/>
          <pc:sldMk cId="3068761576" sldId="260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03118664" sldId="261"/>
        </pc:sldMkLst>
      </pc:sldChg>
      <pc:sldChg chg="addSp modSp add mod">
        <pc:chgData name="Adriano Borgatto" userId="e50a874dfa6d3f1a" providerId="LiveId" clId="{88C1CB35-E29F-4286-B8A1-553BE109C0B3}" dt="2022-04-04T17:10:29.109" v="1128" actId="1076"/>
        <pc:sldMkLst>
          <pc:docMk/>
          <pc:sldMk cId="3273345463" sldId="261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371732222" sldId="262"/>
        </pc:sldMkLst>
      </pc:sldChg>
      <pc:sldChg chg="addSp delSp modSp add mod">
        <pc:chgData name="Adriano Borgatto" userId="e50a874dfa6d3f1a" providerId="LiveId" clId="{88C1CB35-E29F-4286-B8A1-553BE109C0B3}" dt="2022-04-04T16:58:49.027" v="745" actId="1038"/>
        <pc:sldMkLst>
          <pc:docMk/>
          <pc:sldMk cId="2926345594" sldId="262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158927129" sldId="263"/>
        </pc:sldMkLst>
      </pc:sldChg>
      <pc:sldChg chg="addSp delSp modSp add mod">
        <pc:chgData name="Adriano Borgatto" userId="e50a874dfa6d3f1a" providerId="LiveId" clId="{88C1CB35-E29F-4286-B8A1-553BE109C0B3}" dt="2022-04-04T17:00:35.717" v="806" actId="14100"/>
        <pc:sldMkLst>
          <pc:docMk/>
          <pc:sldMk cId="2647841580" sldId="263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813755357" sldId="264"/>
        </pc:sldMkLst>
      </pc:sldChg>
      <pc:sldChg chg="addSp modSp add mod">
        <pc:chgData name="Adriano Borgatto" userId="e50a874dfa6d3f1a" providerId="LiveId" clId="{88C1CB35-E29F-4286-B8A1-553BE109C0B3}" dt="2022-04-04T17:01:05.446" v="822" actId="1035"/>
        <pc:sldMkLst>
          <pc:docMk/>
          <pc:sldMk cId="2634771876" sldId="264"/>
        </pc:sldMkLst>
      </pc:sldChg>
      <pc:sldChg chg="addSp delSp modSp add mod">
        <pc:chgData name="Adriano Borgatto" userId="e50a874dfa6d3f1a" providerId="LiveId" clId="{88C1CB35-E29F-4286-B8A1-553BE109C0B3}" dt="2022-04-04T17:04:18.384" v="902" actId="179"/>
        <pc:sldMkLst>
          <pc:docMk/>
          <pc:sldMk cId="269759791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443477199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92630170" sldId="266"/>
        </pc:sldMkLst>
      </pc:sldChg>
      <pc:sldChg chg="addSp modSp add mod">
        <pc:chgData name="Adriano Borgatto" userId="e50a874dfa6d3f1a" providerId="LiveId" clId="{88C1CB35-E29F-4286-B8A1-553BE109C0B3}" dt="2022-04-04T17:05:35.151" v="935" actId="20577"/>
        <pc:sldMkLst>
          <pc:docMk/>
          <pc:sldMk cId="2364387731" sldId="266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969784623" sldId="267"/>
        </pc:sldMkLst>
      </pc:sldChg>
      <pc:sldChg chg="addSp modSp add mod">
        <pc:chgData name="Adriano Borgatto" userId="e50a874dfa6d3f1a" providerId="LiveId" clId="{88C1CB35-E29F-4286-B8A1-553BE109C0B3}" dt="2022-04-04T17:07:43.821" v="1039" actId="20577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88C1CB35-E29F-4286-B8A1-553BE109C0B3}" dt="2022-04-04T17:09:25.638" v="1099" actId="1036"/>
        <pc:sldMkLst>
          <pc:docMk/>
          <pc:sldMk cId="1415369606" sldId="26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949786334" sldId="268"/>
        </pc:sldMkLst>
      </pc:sldChg>
      <pc:sldChg chg="addSp delSp modSp add mod">
        <pc:chgData name="Adriano Borgatto" userId="e50a874dfa6d3f1a" providerId="LiveId" clId="{88C1CB35-E29F-4286-B8A1-553BE109C0B3}" dt="2022-04-04T17:16:51.002" v="1258" actId="208"/>
        <pc:sldMkLst>
          <pc:docMk/>
          <pc:sldMk cId="3836620619" sldId="26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328634869" sldId="270"/>
        </pc:sldMkLst>
      </pc:sldChg>
      <pc:sldChg chg="addSp modSp add mod">
        <pc:chgData name="Adriano Borgatto" userId="e50a874dfa6d3f1a" providerId="LiveId" clId="{88C1CB35-E29F-4286-B8A1-553BE109C0B3}" dt="2022-04-04T17:17:25.336" v="1278" actId="1035"/>
        <pc:sldMkLst>
          <pc:docMk/>
          <pc:sldMk cId="3908284636" sldId="270"/>
        </pc:sldMkLst>
      </pc:sldChg>
      <pc:sldChg chg="addSp delSp modSp add mod">
        <pc:chgData name="Adriano Borgatto" userId="e50a874dfa6d3f1a" providerId="LiveId" clId="{88C1CB35-E29F-4286-B8A1-553BE109C0B3}" dt="2022-04-04T17:21:22.487" v="1584" actId="14100"/>
        <pc:sldMkLst>
          <pc:docMk/>
          <pc:sldMk cId="2934819853" sldId="271"/>
        </pc:sldMkLst>
      </pc:sldChg>
      <pc:sldChg chg="add del">
        <pc:chgData name="Adriano Borgatto" userId="e50a874dfa6d3f1a" providerId="LiveId" clId="{88C1CB35-E29F-4286-B8A1-553BE109C0B3}" dt="2022-04-04T17:21:39.139" v="1585" actId="47"/>
        <pc:sldMkLst>
          <pc:docMk/>
          <pc:sldMk cId="4240375357" sldId="272"/>
        </pc:sldMkLst>
      </pc:sldChg>
    </pc:docChg>
  </pc:docChgLst>
  <pc:docChgLst>
    <pc:chgData name="Adriano Borgatto" userId="e50a874dfa6d3f1a" providerId="LiveId" clId="{2BD81D8F-76F9-42EF-9C40-21B2B11E20EF}"/>
    <pc:docChg chg="undo custSel addSld delSld modSld">
      <pc:chgData name="Adriano Borgatto" userId="e50a874dfa6d3f1a" providerId="LiveId" clId="{2BD81D8F-76F9-42EF-9C40-21B2B11E20EF}" dt="2022-04-05T14:35:56.712" v="1049" actId="47"/>
      <pc:docMkLst>
        <pc:docMk/>
      </pc:docMkLst>
      <pc:sldChg chg="addSp delSp modSp mod">
        <pc:chgData name="Adriano Borgatto" userId="e50a874dfa6d3f1a" providerId="LiveId" clId="{2BD81D8F-76F9-42EF-9C40-21B2B11E20EF}" dt="2022-04-05T13:38:02.846" v="96" actId="255"/>
        <pc:sldMkLst>
          <pc:docMk/>
          <pc:sldMk cId="3945532463" sldId="272"/>
        </pc:sldMkLst>
      </pc:sldChg>
      <pc:sldChg chg="del">
        <pc:chgData name="Adriano Borgatto" userId="e50a874dfa6d3f1a" providerId="LiveId" clId="{2BD81D8F-76F9-42EF-9C40-21B2B11E20EF}" dt="2022-04-05T13:30:19.886" v="20" actId="47"/>
        <pc:sldMkLst>
          <pc:docMk/>
          <pc:sldMk cId="905316025" sldId="273"/>
        </pc:sldMkLst>
      </pc:sldChg>
      <pc:sldChg chg="addSp delSp modSp add mod">
        <pc:chgData name="Adriano Borgatto" userId="e50a874dfa6d3f1a" providerId="LiveId" clId="{2BD81D8F-76F9-42EF-9C40-21B2B11E20EF}" dt="2022-04-05T13:39:05.094" v="109" actId="255"/>
        <pc:sldMkLst>
          <pc:docMk/>
          <pc:sldMk cId="3174244307" sldId="273"/>
        </pc:sldMkLst>
      </pc:sldChg>
      <pc:sldChg chg="addSp modSp add">
        <pc:chgData name="Adriano Borgatto" userId="e50a874dfa6d3f1a" providerId="LiveId" clId="{2BD81D8F-76F9-42EF-9C40-21B2B11E20EF}" dt="2022-04-05T13:39:24.667" v="112"/>
        <pc:sldMkLst>
          <pc:docMk/>
          <pc:sldMk cId="1633450635" sldId="274"/>
        </pc:sldMkLst>
      </pc:sldChg>
      <pc:sldChg chg="addSp modSp add">
        <pc:chgData name="Adriano Borgatto" userId="e50a874dfa6d3f1a" providerId="LiveId" clId="{2BD81D8F-76F9-42EF-9C40-21B2B11E20EF}" dt="2022-04-05T13:39:38.537" v="113"/>
        <pc:sldMkLst>
          <pc:docMk/>
          <pc:sldMk cId="2013310454" sldId="275"/>
        </pc:sldMkLst>
      </pc:sldChg>
      <pc:sldChg chg="addSp modSp add mod">
        <pc:chgData name="Adriano Borgatto" userId="e50a874dfa6d3f1a" providerId="LiveId" clId="{2BD81D8F-76F9-42EF-9C40-21B2B11E20EF}" dt="2022-04-05T13:40:42.746" v="137" actId="6549"/>
        <pc:sldMkLst>
          <pc:docMk/>
          <pc:sldMk cId="2583529786" sldId="276"/>
        </pc:sldMkLst>
      </pc:sldChg>
      <pc:sldChg chg="addSp modSp add mod">
        <pc:chgData name="Adriano Borgatto" userId="e50a874dfa6d3f1a" providerId="LiveId" clId="{2BD81D8F-76F9-42EF-9C40-21B2B11E20EF}" dt="2022-04-05T13:41:39.894" v="159" actId="20577"/>
        <pc:sldMkLst>
          <pc:docMk/>
          <pc:sldMk cId="1339448667" sldId="277"/>
        </pc:sldMkLst>
      </pc:sldChg>
      <pc:sldChg chg="addSp modSp add mod">
        <pc:chgData name="Adriano Borgatto" userId="e50a874dfa6d3f1a" providerId="LiveId" clId="{2BD81D8F-76F9-42EF-9C40-21B2B11E20EF}" dt="2022-04-05T13:42:03.037" v="187" actId="1035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2BD81D8F-76F9-42EF-9C40-21B2B11E20EF}" dt="2022-04-05T13:45:20.666" v="263" actId="20577"/>
        <pc:sldMkLst>
          <pc:docMk/>
          <pc:sldMk cId="2444337337" sldId="279"/>
        </pc:sldMkLst>
      </pc:sldChg>
      <pc:sldChg chg="addSp delSp modSp add mod">
        <pc:chgData name="Adriano Borgatto" userId="e50a874dfa6d3f1a" providerId="LiveId" clId="{2BD81D8F-76F9-42EF-9C40-21B2B11E20EF}" dt="2022-04-05T13:46:12.146" v="300" actId="207"/>
        <pc:sldMkLst>
          <pc:docMk/>
          <pc:sldMk cId="1742753214" sldId="280"/>
        </pc:sldMkLst>
      </pc:sldChg>
      <pc:sldChg chg="addSp modSp add mod">
        <pc:chgData name="Adriano Borgatto" userId="e50a874dfa6d3f1a" providerId="LiveId" clId="{2BD81D8F-76F9-42EF-9C40-21B2B11E20EF}" dt="2022-04-05T13:48:02.672" v="395" actId="255"/>
        <pc:sldMkLst>
          <pc:docMk/>
          <pc:sldMk cId="1319835411" sldId="281"/>
        </pc:sldMkLst>
      </pc:sldChg>
      <pc:sldChg chg="addSp modSp add mod">
        <pc:chgData name="Adriano Borgatto" userId="e50a874dfa6d3f1a" providerId="LiveId" clId="{2BD81D8F-76F9-42EF-9C40-21B2B11E20EF}" dt="2022-04-05T13:50:54.075" v="432" actId="1035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2BD81D8F-76F9-42EF-9C40-21B2B11E20EF}" dt="2022-04-05T14:00:20.929" v="563" actId="208"/>
        <pc:sldMkLst>
          <pc:docMk/>
          <pc:sldMk cId="1703279597" sldId="283"/>
        </pc:sldMkLst>
      </pc:sldChg>
      <pc:sldChg chg="addSp modSp add mod">
        <pc:chgData name="Adriano Borgatto" userId="e50a874dfa6d3f1a" providerId="LiveId" clId="{2BD81D8F-76F9-42EF-9C40-21B2B11E20EF}" dt="2022-04-05T14:35:48.839" v="1048" actId="20577"/>
        <pc:sldMkLst>
          <pc:docMk/>
          <pc:sldMk cId="3136067746" sldId="284"/>
        </pc:sldMkLst>
      </pc:sldChg>
      <pc:sldChg chg="addSp modSp add mod">
        <pc:chgData name="Adriano Borgatto" userId="e50a874dfa6d3f1a" providerId="LiveId" clId="{2BD81D8F-76F9-42EF-9C40-21B2B11E20EF}" dt="2022-04-05T14:33:49.110" v="693" actId="1038"/>
        <pc:sldMkLst>
          <pc:docMk/>
          <pc:sldMk cId="1647466032" sldId="285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3436632986" sldId="286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2972612044" sldId="287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4221261969" sldId="288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1695213650" sldId="289"/>
        </pc:sldMkLst>
      </pc:sldChg>
      <pc:sldChg chg="addSp delSp modSp add mod">
        <pc:chgData name="Adriano Borgatto" userId="e50a874dfa6d3f1a" providerId="LiveId" clId="{2BD81D8F-76F9-42EF-9C40-21B2B11E20EF}" dt="2022-04-05T14:29:45.854" v="62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62804318-7316-4CD6-996C-75233EA96F2D}"/>
    <pc:docChg chg="undo custSel addSld delSld modSld">
      <pc:chgData name="Adriano Borgatto" userId="e50a874dfa6d3f1a" providerId="LiveId" clId="{62804318-7316-4CD6-996C-75233EA96F2D}" dt="2022-05-28T13:41:14.416" v="1054" actId="20577"/>
      <pc:docMkLst>
        <pc:docMk/>
      </pc:docMkLst>
      <pc:sldChg chg="modSp mod">
        <pc:chgData name="Adriano Borgatto" userId="e50a874dfa6d3f1a" providerId="LiveId" clId="{62804318-7316-4CD6-996C-75233EA96F2D}" dt="2022-04-05T17:18:09.598" v="31" actId="20577"/>
        <pc:sldMkLst>
          <pc:docMk/>
          <pc:sldMk cId="0" sldId="256"/>
        </pc:sldMkLst>
      </pc:sldChg>
      <pc:sldChg chg="modSp mod">
        <pc:chgData name="Adriano Borgatto" userId="e50a874dfa6d3f1a" providerId="LiveId" clId="{62804318-7316-4CD6-996C-75233EA96F2D}" dt="2022-04-05T17:25:57.439" v="620" actId="255"/>
        <pc:sldMkLst>
          <pc:docMk/>
          <pc:sldMk cId="3945532463" sldId="27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38795558" sldId="273"/>
        </pc:sldMkLst>
      </pc:sldChg>
      <pc:sldChg chg="addSp delSp modSp add mod">
        <pc:chgData name="Adriano Borgatto" userId="e50a874dfa6d3f1a" providerId="LiveId" clId="{62804318-7316-4CD6-996C-75233EA96F2D}" dt="2022-04-05T18:24:35.316" v="1010" actId="20577"/>
        <pc:sldMkLst>
          <pc:docMk/>
          <pc:sldMk cId="1459410471" sldId="27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99944423" sldId="274"/>
        </pc:sldMkLst>
      </pc:sldChg>
      <pc:sldChg chg="addSp delSp modSp add mod">
        <pc:chgData name="Adriano Borgatto" userId="e50a874dfa6d3f1a" providerId="LiveId" clId="{62804318-7316-4CD6-996C-75233EA96F2D}" dt="2022-05-28T13:41:14.416" v="1054" actId="20577"/>
        <pc:sldMkLst>
          <pc:docMk/>
          <pc:sldMk cId="3889261101" sldId="274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378211107" sldId="275"/>
        </pc:sldMkLst>
      </pc:sldChg>
      <pc:sldChg chg="addSp delSp modSp add mod">
        <pc:chgData name="Adriano Borgatto" userId="e50a874dfa6d3f1a" providerId="LiveId" clId="{62804318-7316-4CD6-996C-75233EA96F2D}" dt="2022-04-05T17:52:10.185" v="1007" actId="20577"/>
        <pc:sldMkLst>
          <pc:docMk/>
          <pc:sldMk cId="3852631124" sldId="275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28200771" sldId="276"/>
        </pc:sldMkLst>
      </pc:sldChg>
      <pc:sldChg chg="addSp delSp modSp add mod">
        <pc:chgData name="Adriano Borgatto" userId="e50a874dfa6d3f1a" providerId="LiveId" clId="{62804318-7316-4CD6-996C-75233EA96F2D}" dt="2022-04-05T17:51:55.214" v="1003" actId="114"/>
        <pc:sldMkLst>
          <pc:docMk/>
          <pc:sldMk cId="3814476370" sldId="276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097531658" sldId="277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5005195" sldId="278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192296426" sldId="279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599932880" sldId="280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42994144" sldId="281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824057520" sldId="28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195865450" sldId="28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668276418" sldId="284"/>
        </pc:sldMkLst>
      </pc:sldChg>
    </pc:docChg>
  </pc:docChgLst>
  <pc:docChgLst>
    <pc:chgData name="Adriano Borgatto" userId="e50a874dfa6d3f1a" providerId="LiveId" clId="{AF036881-27D5-4E12-B4A8-2BF01A849C17}"/>
    <pc:docChg chg="modSld">
      <pc:chgData name="Adriano Borgatto" userId="e50a874dfa6d3f1a" providerId="LiveId" clId="{AF036881-27D5-4E12-B4A8-2BF01A849C17}" dt="2022-10-17T13:45:35.806" v="0" actId="6549"/>
      <pc:docMkLst>
        <pc:docMk/>
      </pc:docMkLst>
      <pc:sldChg chg="modSp mod">
        <pc:chgData name="Adriano Borgatto" userId="e50a874dfa6d3f1a" providerId="LiveId" clId="{AF036881-27D5-4E12-B4A8-2BF01A849C17}" dt="2022-10-17T13:45:35.806" v="0" actId="6549"/>
        <pc:sldMkLst>
          <pc:docMk/>
          <pc:sldMk cId="2330768121" sldId="278"/>
        </pc:sldMkLst>
      </pc:sldChg>
    </pc:docChg>
  </pc:docChgLst>
  <pc:docChgLst>
    <pc:chgData name="Adriano Borgatto" userId="e50a874dfa6d3f1a" providerId="LiveId" clId="{2F3F8181-2672-42F6-B6AE-80B8568FAA7A}"/>
    <pc:docChg chg="undo custSel addSld delSld modSld">
      <pc:chgData name="Adriano Borgatto" userId="e50a874dfa6d3f1a" providerId="LiveId" clId="{2F3F8181-2672-42F6-B6AE-80B8568FAA7A}" dt="2022-04-04T19:11:21.987" v="1012" actId="2696"/>
      <pc:docMkLst>
        <pc:docMk/>
      </pc:docMkLst>
      <pc:sldChg chg="modSp mod">
        <pc:chgData name="Adriano Borgatto" userId="e50a874dfa6d3f1a" providerId="LiveId" clId="{2F3F8181-2672-42F6-B6AE-80B8568FAA7A}" dt="2022-04-04T17:24:38.463" v="19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2F3F8181-2672-42F6-B6AE-80B8568FAA7A}" dt="2022-04-04T17:27:15.963" v="103" actId="6549"/>
        <pc:sldMkLst>
          <pc:docMk/>
          <pc:sldMk cId="0" sldId="25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149392784" sldId="259"/>
        </pc:sldMkLst>
      </pc:sldChg>
      <pc:sldChg chg="addSp modSp add mod">
        <pc:chgData name="Adriano Borgatto" userId="e50a874dfa6d3f1a" providerId="LiveId" clId="{2F3F8181-2672-42F6-B6AE-80B8568FAA7A}" dt="2022-04-04T17:36:41.621" v="506" actId="113"/>
        <pc:sldMkLst>
          <pc:docMk/>
          <pc:sldMk cId="3697426403" sldId="259"/>
        </pc:sldMkLst>
      </pc:sldChg>
      <pc:sldChg chg="addSp modSp add">
        <pc:chgData name="Adriano Borgatto" userId="e50a874dfa6d3f1a" providerId="LiveId" clId="{2F3F8181-2672-42F6-B6AE-80B8568FAA7A}" dt="2022-04-04T17:29:09.381" v="120" actId="2711"/>
        <pc:sldMkLst>
          <pc:docMk/>
          <pc:sldMk cId="608067873" sldId="26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068761576" sldId="260"/>
        </pc:sldMkLst>
      </pc:sldChg>
      <pc:sldChg chg="addSp delSp modSp add mod">
        <pc:chgData name="Adriano Borgatto" userId="e50a874dfa6d3f1a" providerId="LiveId" clId="{2F3F8181-2672-42F6-B6AE-80B8568FAA7A}" dt="2022-04-04T17:52:45.325" v="609" actId="1037"/>
        <pc:sldMkLst>
          <pc:docMk/>
          <pc:sldMk cId="180271443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27334546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26345594" sldId="262"/>
        </pc:sldMkLst>
      </pc:sldChg>
      <pc:sldChg chg="addSp modSp add mod">
        <pc:chgData name="Adriano Borgatto" userId="e50a874dfa6d3f1a" providerId="LiveId" clId="{2F3F8181-2672-42F6-B6AE-80B8568FAA7A}" dt="2022-04-04T17:50:52.447" v="596" actId="1037"/>
        <pc:sldMkLst>
          <pc:docMk/>
          <pc:sldMk cId="3606920721" sldId="262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47841580" sldId="263"/>
        </pc:sldMkLst>
      </pc:sldChg>
      <pc:sldChg chg="addSp modSp add mod">
        <pc:chgData name="Adriano Borgatto" userId="e50a874dfa6d3f1a" providerId="LiveId" clId="{2F3F8181-2672-42F6-B6AE-80B8568FAA7A}" dt="2022-04-04T18:22:13.527" v="787" actId="20577"/>
        <pc:sldMkLst>
          <pc:docMk/>
          <pc:sldMk cId="3258561624" sldId="263"/>
        </pc:sldMkLst>
      </pc:sldChg>
      <pc:sldChg chg="addSp modSp add mod">
        <pc:chgData name="Adriano Borgatto" userId="e50a874dfa6d3f1a" providerId="LiveId" clId="{2F3F8181-2672-42F6-B6AE-80B8568FAA7A}" dt="2022-04-04T18:26:37.167" v="807" actId="1076"/>
        <pc:sldMkLst>
          <pc:docMk/>
          <pc:sldMk cId="1411557354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34771876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9759791" sldId="265"/>
        </pc:sldMkLst>
      </pc:sldChg>
      <pc:sldChg chg="addSp modSp add mod">
        <pc:chgData name="Adriano Borgatto" userId="e50a874dfa6d3f1a" providerId="LiveId" clId="{2F3F8181-2672-42F6-B6AE-80B8568FAA7A}" dt="2022-04-04T18:29:12.771" v="840" actId="1035"/>
        <pc:sldMkLst>
          <pc:docMk/>
          <pc:sldMk cId="1261958913" sldId="265"/>
        </pc:sldMkLst>
      </pc:sldChg>
      <pc:sldChg chg="addSp modSp add mod">
        <pc:chgData name="Adriano Borgatto" userId="e50a874dfa6d3f1a" providerId="LiveId" clId="{2F3F8181-2672-42F6-B6AE-80B8568FAA7A}" dt="2022-04-04T18:30:45.166" v="881" actId="2711"/>
        <pc:sldMkLst>
          <pc:docMk/>
          <pc:sldMk cId="1092716401" sldId="266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364387731" sldId="266"/>
        </pc:sldMkLst>
      </pc:sldChg>
      <pc:sldChg chg="addSp modSp add mod">
        <pc:chgData name="Adriano Borgatto" userId="e50a874dfa6d3f1a" providerId="LiveId" clId="{2F3F8181-2672-42F6-B6AE-80B8568FAA7A}" dt="2022-04-04T18:35:27.277" v="935" actId="1036"/>
        <pc:sldMkLst>
          <pc:docMk/>
          <pc:sldMk cId="1510413036" sldId="267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2F3F8181-2672-42F6-B6AE-80B8568FAA7A}" dt="2022-04-04T18:37:24.249" v="975" actId="115"/>
        <pc:sldMkLst>
          <pc:docMk/>
          <pc:sldMk cId="85798788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415369606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836620619" sldId="269"/>
        </pc:sldMkLst>
      </pc:sldChg>
      <pc:sldChg chg="addSp modSp add mod">
        <pc:chgData name="Adriano Borgatto" userId="e50a874dfa6d3f1a" providerId="LiveId" clId="{2F3F8181-2672-42F6-B6AE-80B8568FAA7A}" dt="2022-04-04T19:09:32.284" v="1011" actId="1035"/>
        <pc:sldMkLst>
          <pc:docMk/>
          <pc:sldMk cId="3845031216" sldId="269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2196528455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908284636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34819853" sldId="271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3739470776" sldId="271"/>
        </pc:sldMkLst>
      </pc:sldChg>
    </pc:docChg>
  </pc:docChgLst>
  <pc:docChgLst>
    <pc:chgData name="Adriano Borgatto" userId="e50a874dfa6d3f1a" providerId="LiveId" clId="{E91BD3BD-32C2-466D-8CDD-1562BA67BCE5}"/>
    <pc:docChg chg="custSel delSld modSld">
      <pc:chgData name="Adriano Borgatto" userId="e50a874dfa6d3f1a" providerId="LiveId" clId="{E91BD3BD-32C2-466D-8CDD-1562BA67BCE5}" dt="2023-09-25T20:56:21.079" v="280" actId="20577"/>
      <pc:docMkLst>
        <pc:docMk/>
      </pc:docMkLst>
      <pc:sldChg chg="del">
        <pc:chgData name="Adriano Borgatto" userId="e50a874dfa6d3f1a" providerId="LiveId" clId="{E91BD3BD-32C2-466D-8CDD-1562BA67BCE5}" dt="2023-09-21T14:20:22.280" v="278" actId="47"/>
        <pc:sldMkLst>
          <pc:docMk/>
          <pc:sldMk cId="3889261101" sldId="274"/>
        </pc:sldMkLst>
      </pc:sldChg>
      <pc:sldChg chg="modSp mod">
        <pc:chgData name="Adriano Borgatto" userId="e50a874dfa6d3f1a" providerId="LiveId" clId="{E91BD3BD-32C2-466D-8CDD-1562BA67BCE5}" dt="2023-09-25T20:56:21.079" v="280" actId="20577"/>
        <pc:sldMkLst>
          <pc:docMk/>
          <pc:sldMk cId="3852631124" sldId="275"/>
        </pc:sldMkLst>
      </pc:sldChg>
      <pc:sldChg chg="modSp mod">
        <pc:chgData name="Adriano Borgatto" userId="e50a874dfa6d3f1a" providerId="LiveId" clId="{E91BD3BD-32C2-466D-8CDD-1562BA67BCE5}" dt="2023-09-21T14:20:10.759" v="277" actId="20577"/>
        <pc:sldMkLst>
          <pc:docMk/>
          <pc:sldMk cId="3814476370" sldId="276"/>
        </pc:sldMkLst>
      </pc:sldChg>
      <pc:sldChg chg="del">
        <pc:chgData name="Adriano Borgatto" userId="e50a874dfa6d3f1a" providerId="LiveId" clId="{E91BD3BD-32C2-466D-8CDD-1562BA67BCE5}" dt="2023-09-21T14:20:22.280" v="278" actId="47"/>
        <pc:sldMkLst>
          <pc:docMk/>
          <pc:sldMk cId="2330768121" sldId="278"/>
        </pc:sldMkLst>
      </pc:sldChg>
    </pc:docChg>
  </pc:docChgLst>
  <pc:docChgLst>
    <pc:chgData name="Adriano Borgatto" userId="e50a874dfa6d3f1a" providerId="LiveId" clId="{DB312EFC-473C-46F4-9869-5058BFF29761}"/>
    <pc:docChg chg="delSld modSld">
      <pc:chgData name="Adriano Borgatto" userId="e50a874dfa6d3f1a" providerId="LiveId" clId="{DB312EFC-473C-46F4-9869-5058BFF29761}" dt="2022-03-25T10:55:51.031" v="187" actId="47"/>
      <pc:docMkLst>
        <pc:docMk/>
      </pc:docMkLst>
      <pc:sldChg chg="modSp mod">
        <pc:chgData name="Adriano Borgatto" userId="e50a874dfa6d3f1a" providerId="LiveId" clId="{DB312EFC-473C-46F4-9869-5058BFF29761}" dt="2022-03-25T10:54:52.446" v="175" actId="20577"/>
        <pc:sldMkLst>
          <pc:docMk/>
          <pc:sldMk cId="3323713584" sldId="269"/>
        </pc:sldMkLst>
      </pc:sldChg>
      <pc:sldChg chg="del">
        <pc:chgData name="Adriano Borgatto" userId="e50a874dfa6d3f1a" providerId="LiveId" clId="{DB312EFC-473C-46F4-9869-5058BFF29761}" dt="2022-03-25T10:55:10.503" v="176" actId="47"/>
        <pc:sldMkLst>
          <pc:docMk/>
          <pc:sldMk cId="2915427500" sldId="270"/>
        </pc:sldMkLst>
      </pc:sldChg>
      <pc:sldChg chg="del">
        <pc:chgData name="Adriano Borgatto" userId="e50a874dfa6d3f1a" providerId="LiveId" clId="{DB312EFC-473C-46F4-9869-5058BFF29761}" dt="2022-03-25T10:55:41.886" v="177" actId="47"/>
        <pc:sldMkLst>
          <pc:docMk/>
          <pc:sldMk cId="2242302329" sldId="273"/>
        </pc:sldMkLst>
      </pc:sldChg>
      <pc:sldChg chg="del">
        <pc:chgData name="Adriano Borgatto" userId="e50a874dfa6d3f1a" providerId="LiveId" clId="{DB312EFC-473C-46F4-9869-5058BFF29761}" dt="2022-03-25T10:55:43.574" v="178" actId="47"/>
        <pc:sldMkLst>
          <pc:docMk/>
          <pc:sldMk cId="1633450635" sldId="274"/>
        </pc:sldMkLst>
      </pc:sldChg>
      <pc:sldChg chg="del">
        <pc:chgData name="Adriano Borgatto" userId="e50a874dfa6d3f1a" providerId="LiveId" clId="{DB312EFC-473C-46F4-9869-5058BFF29761}" dt="2022-03-25T10:55:44.011" v="179" actId="47"/>
        <pc:sldMkLst>
          <pc:docMk/>
          <pc:sldMk cId="2013310454" sldId="275"/>
        </pc:sldMkLst>
      </pc:sldChg>
      <pc:sldChg chg="del">
        <pc:chgData name="Adriano Borgatto" userId="e50a874dfa6d3f1a" providerId="LiveId" clId="{DB312EFC-473C-46F4-9869-5058BFF29761}" dt="2022-03-25T10:55:44.495" v="180" actId="47"/>
        <pc:sldMkLst>
          <pc:docMk/>
          <pc:sldMk cId="2583529786" sldId="276"/>
        </pc:sldMkLst>
      </pc:sldChg>
      <pc:sldChg chg="del">
        <pc:chgData name="Adriano Borgatto" userId="e50a874dfa6d3f1a" providerId="LiveId" clId="{DB312EFC-473C-46F4-9869-5058BFF29761}" dt="2022-03-25T10:55:45.979" v="183" actId="47"/>
        <pc:sldMkLst>
          <pc:docMk/>
          <pc:sldMk cId="1339448667" sldId="277"/>
        </pc:sldMkLst>
      </pc:sldChg>
      <pc:sldChg chg="del">
        <pc:chgData name="Adriano Borgatto" userId="e50a874dfa6d3f1a" providerId="LiveId" clId="{DB312EFC-473C-46F4-9869-5058BFF29761}" dt="2022-03-25T10:55:48.073" v="185" actId="47"/>
        <pc:sldMkLst>
          <pc:docMk/>
          <pc:sldMk cId="2586773552" sldId="278"/>
        </pc:sldMkLst>
      </pc:sldChg>
      <pc:sldChg chg="del">
        <pc:chgData name="Adriano Borgatto" userId="e50a874dfa6d3f1a" providerId="LiveId" clId="{DB312EFC-473C-46F4-9869-5058BFF29761}" dt="2022-03-25T10:55:44.886" v="181" actId="47"/>
        <pc:sldMkLst>
          <pc:docMk/>
          <pc:sldMk cId="721540076" sldId="279"/>
        </pc:sldMkLst>
      </pc:sldChg>
      <pc:sldChg chg="del">
        <pc:chgData name="Adriano Borgatto" userId="e50a874dfa6d3f1a" providerId="LiveId" clId="{DB312EFC-473C-46F4-9869-5058BFF29761}" dt="2022-03-25T10:55:45.276" v="182" actId="47"/>
        <pc:sldMkLst>
          <pc:docMk/>
          <pc:sldMk cId="1462201852" sldId="280"/>
        </pc:sldMkLst>
      </pc:sldChg>
      <pc:sldChg chg="del">
        <pc:chgData name="Adriano Borgatto" userId="e50a874dfa6d3f1a" providerId="LiveId" clId="{DB312EFC-473C-46F4-9869-5058BFF29761}" dt="2022-03-25T10:55:46.917" v="184" actId="47"/>
        <pc:sldMkLst>
          <pc:docMk/>
          <pc:sldMk cId="1074258053" sldId="281"/>
        </pc:sldMkLst>
      </pc:sldChg>
      <pc:sldChg chg="del">
        <pc:chgData name="Adriano Borgatto" userId="e50a874dfa6d3f1a" providerId="LiveId" clId="{DB312EFC-473C-46F4-9869-5058BFF29761}" dt="2022-03-25T10:55:48.854" v="186" actId="47"/>
        <pc:sldMkLst>
          <pc:docMk/>
          <pc:sldMk cId="793995259" sldId="282"/>
        </pc:sldMkLst>
      </pc:sldChg>
      <pc:sldChg chg="del">
        <pc:chgData name="Adriano Borgatto" userId="e50a874dfa6d3f1a" providerId="LiveId" clId="{DB312EFC-473C-46F4-9869-5058BFF29761}" dt="2022-03-25T10:55:51.031" v="187" actId="4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2C2E0C95-7D27-4DC4-82C8-75626F760B93}"/>
    <pc:docChg chg="undo custSel addSld delSld modSld sldOrd">
      <pc:chgData name="Adriano Borgatto" userId="e50a874dfa6d3f1a" providerId="LiveId" clId="{2C2E0C95-7D27-4DC4-82C8-75626F760B93}" dt="2022-04-05T12:40:15.387" v="956" actId="14100"/>
      <pc:docMkLst>
        <pc:docMk/>
      </pc:docMkLst>
      <pc:sldChg chg="modSp mod">
        <pc:chgData name="Adriano Borgatto" userId="e50a874dfa6d3f1a" providerId="LiveId" clId="{2C2E0C95-7D27-4DC4-82C8-75626F760B93}" dt="2022-04-05T12:01:53.091" v="18" actId="20577"/>
        <pc:sldMkLst>
          <pc:docMk/>
          <pc:sldMk cId="0" sldId="256"/>
        </pc:sldMkLst>
      </pc:sldChg>
      <pc:sldChg chg="addSp delSp modSp mod ord">
        <pc:chgData name="Adriano Borgatto" userId="e50a874dfa6d3f1a" providerId="LiveId" clId="{2C2E0C95-7D27-4DC4-82C8-75626F760B93}" dt="2022-04-05T12:06:03.838" v="123" actId="1037"/>
        <pc:sldMkLst>
          <pc:docMk/>
          <pc:sldMk cId="0" sldId="258"/>
        </pc:sldMkLst>
      </pc:sldChg>
      <pc:sldChg chg="addSp delSp modSp mod">
        <pc:chgData name="Adriano Borgatto" userId="e50a874dfa6d3f1a" providerId="LiveId" clId="{2C2E0C95-7D27-4DC4-82C8-75626F760B93}" dt="2022-04-05T12:08:05.735" v="214" actId="1035"/>
        <pc:sldMkLst>
          <pc:docMk/>
          <pc:sldMk cId="3697426403" sldId="259"/>
        </pc:sldMkLst>
      </pc:sldChg>
      <pc:sldChg chg="del">
        <pc:chgData name="Adriano Borgatto" userId="e50a874dfa6d3f1a" providerId="LiveId" clId="{2C2E0C95-7D27-4DC4-82C8-75626F760B93}" dt="2022-04-05T12:08:34.594" v="215" actId="47"/>
        <pc:sldMkLst>
          <pc:docMk/>
          <pc:sldMk cId="608067873" sldId="260"/>
        </pc:sldMkLst>
      </pc:sldChg>
      <pc:sldChg chg="addSp delSp modSp mod">
        <pc:chgData name="Adriano Borgatto" userId="e50a874dfa6d3f1a" providerId="LiveId" clId="{2C2E0C95-7D27-4DC4-82C8-75626F760B93}" dt="2022-04-05T12:14:21.223" v="415" actId="14100"/>
        <pc:sldMkLst>
          <pc:docMk/>
          <pc:sldMk cId="3606920721" sldId="262"/>
        </pc:sldMkLst>
      </pc:sldChg>
      <pc:sldChg chg="addSp delSp modSp mod">
        <pc:chgData name="Adriano Borgatto" userId="e50a874dfa6d3f1a" providerId="LiveId" clId="{2C2E0C95-7D27-4DC4-82C8-75626F760B93}" dt="2022-04-05T12:39:17.670" v="939" actId="572"/>
        <pc:sldMkLst>
          <pc:docMk/>
          <pc:sldMk cId="3258561624" sldId="263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411557354" sldId="264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261958913" sldId="265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092716401" sldId="266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510413036" sldId="267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85798788" sldId="268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3845031216" sldId="269"/>
        </pc:sldMkLst>
      </pc:sldChg>
      <pc:sldChg chg="add">
        <pc:chgData name="Adriano Borgatto" userId="e50a874dfa6d3f1a" providerId="LiveId" clId="{2C2E0C95-7D27-4DC4-82C8-75626F760B93}" dt="2022-04-05T12:04:26.461" v="75" actId="2890"/>
        <pc:sldMkLst>
          <pc:docMk/>
          <pc:sldMk cId="974571722" sldId="270"/>
        </pc:sldMkLst>
      </pc:sldChg>
      <pc:sldChg chg="addSp delSp modSp add mod">
        <pc:chgData name="Adriano Borgatto" userId="e50a874dfa6d3f1a" providerId="LiveId" clId="{2C2E0C95-7D27-4DC4-82C8-75626F760B93}" dt="2022-04-05T12:07:08.510" v="172" actId="1035"/>
        <pc:sldMkLst>
          <pc:docMk/>
          <pc:sldMk cId="3286078432" sldId="271"/>
        </pc:sldMkLst>
      </pc:sldChg>
      <pc:sldChg chg="modSp add mod">
        <pc:chgData name="Adriano Borgatto" userId="e50a874dfa6d3f1a" providerId="LiveId" clId="{2C2E0C95-7D27-4DC4-82C8-75626F760B93}" dt="2022-04-05T12:40:15.387" v="956" actId="14100"/>
        <pc:sldMkLst>
          <pc:docMk/>
          <pc:sldMk cId="3945532463" sldId="2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>
                <a:solidFill>
                  <a:srgbClr val="FF0000"/>
                </a:solidFill>
              </a:rPr>
              <a:t>Aula 14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Interação entre as Variáveis Independentes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3F29BAA-1CA9-FA5B-93A8-6BF8AA40E722}"/>
              </a:ext>
            </a:extLst>
          </p:cNvPr>
          <p:cNvSpPr/>
          <p:nvPr/>
        </p:nvSpPr>
        <p:spPr>
          <a:xfrm>
            <a:off x="2552361" y="142875"/>
            <a:ext cx="39805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Modelo com interação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5DB1BC-8BC9-2192-8C48-9A1D9540D616}"/>
              </a:ext>
            </a:extLst>
          </p:cNvPr>
          <p:cNvSpPr txBox="1"/>
          <p:nvPr/>
        </p:nvSpPr>
        <p:spPr>
          <a:xfrm>
            <a:off x="323528" y="1186874"/>
            <a:ext cx="8208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2400" dirty="0"/>
              <a:t>Nos modelos vistos até agora a mudança de um grupo para o outro apresentava o mesmo efeito. </a:t>
            </a:r>
          </a:p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2400" dirty="0"/>
              <a:t>Podemos também incorporar diferenças no efeito entre duas variáveis dependendo do grupo. </a:t>
            </a:r>
          </a:p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2400" dirty="0"/>
              <a:t>A inclinação da reta é diferente de um grupo para o outro. </a:t>
            </a:r>
          </a:p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2400" dirty="0"/>
              <a:t>As retas deixam de ser paralelas.</a:t>
            </a:r>
          </a:p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2400" dirty="0"/>
              <a:t>Suponha que temos dois grupos: A e B. </a:t>
            </a:r>
          </a:p>
        </p:txBody>
      </p:sp>
    </p:spTree>
    <p:extLst>
      <p:ext uri="{BB962C8B-B14F-4D97-AF65-F5344CB8AC3E}">
        <p14:creationId xmlns:p14="http://schemas.microsoft.com/office/powerpoint/2010/main" val="39455324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C650D4D-1FBC-33D2-065D-33A0B8F46C05}"/>
              </a:ext>
            </a:extLst>
          </p:cNvPr>
          <p:cNvSpPr/>
          <p:nvPr/>
        </p:nvSpPr>
        <p:spPr>
          <a:xfrm>
            <a:off x="2552361" y="142875"/>
            <a:ext cx="39805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Modelo com interação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C48AECF-C53C-8604-AA2F-F2E0D1ACF5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063" t="27600" r="25588" b="17801"/>
          <a:stretch/>
        </p:blipFill>
        <p:spPr>
          <a:xfrm>
            <a:off x="1907704" y="836712"/>
            <a:ext cx="5112568" cy="553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2714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48639" y="142875"/>
            <a:ext cx="198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9CFA67-23ED-48C3-B465-1B26643F8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67" y="932656"/>
            <a:ext cx="874871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pt-BR" altLang="pt-BR" sz="3200" kern="0" dirty="0">
                <a:solidFill>
                  <a:srgbClr val="A50021"/>
                </a:solidFill>
              </a:rPr>
              <a:t>Ex.</a:t>
            </a:r>
            <a:r>
              <a:rPr lang="pt-BR" altLang="pt-BR" sz="2000" kern="0" dirty="0">
                <a:solidFill>
                  <a:srgbClr val="A50021"/>
                </a:solidFill>
              </a:rPr>
              <a:t> Arquivo</a:t>
            </a:r>
            <a:r>
              <a:rPr lang="pt-BR" altLang="pt-BR" sz="2000" kern="0">
                <a:solidFill>
                  <a:srgbClr val="A50021"/>
                </a:solidFill>
              </a:rPr>
              <a:t>: salarios</a:t>
            </a:r>
            <a:r>
              <a:rPr lang="pt-BR" altLang="pt-BR" sz="2000" kern="0" dirty="0">
                <a:solidFill>
                  <a:srgbClr val="A50021"/>
                </a:solidFill>
              </a:rPr>
              <a:t>.csv</a:t>
            </a:r>
          </a:p>
          <a:p>
            <a:r>
              <a:rPr lang="pt-BR" altLang="pt-BR" kern="0" dirty="0"/>
              <a:t>Variável dependente: </a:t>
            </a:r>
            <a:r>
              <a:rPr lang="pt-BR" altLang="pt-BR" kern="0" dirty="0">
                <a:solidFill>
                  <a:srgbClr val="003300"/>
                </a:solidFill>
              </a:rPr>
              <a:t>salário (R$) de profissionais da computação em uma grande empresa de tecnologia;</a:t>
            </a:r>
            <a:endParaRPr lang="pt-BR" altLang="pt-BR" kern="0" dirty="0"/>
          </a:p>
          <a:p>
            <a:endParaRPr lang="pt-BR" altLang="pt-BR" kern="0" dirty="0"/>
          </a:p>
          <a:p>
            <a:r>
              <a:rPr lang="pt-BR" altLang="pt-BR" kern="0" dirty="0"/>
              <a:t>Variáveis independentes: </a:t>
            </a:r>
          </a:p>
          <a:p>
            <a:pPr lvl="1"/>
            <a:r>
              <a:rPr lang="pt-BR" altLang="pt-BR" kern="0" dirty="0"/>
              <a:t>experiência </a:t>
            </a:r>
            <a:r>
              <a:rPr lang="pt-BR" altLang="pt-BR" kern="0" dirty="0">
                <a:solidFill>
                  <a:srgbClr val="9933FF"/>
                </a:solidFill>
              </a:rPr>
              <a:t>(anos de trabalho na empresa)</a:t>
            </a:r>
            <a:r>
              <a:rPr lang="pt-BR" altLang="pt-BR" kern="0" dirty="0"/>
              <a:t>;</a:t>
            </a:r>
          </a:p>
          <a:p>
            <a:pPr lvl="1"/>
            <a:r>
              <a:rPr lang="pt-BR" altLang="pt-BR" kern="0" dirty="0"/>
              <a:t>cargo de gerência 	</a:t>
            </a:r>
            <a:r>
              <a:rPr lang="pt-BR" altLang="pt-BR" kern="0" dirty="0">
                <a:solidFill>
                  <a:srgbClr val="9933FF"/>
                </a:solidFill>
              </a:rPr>
              <a:t>(0 = não,  1 = sim)</a:t>
            </a:r>
            <a:r>
              <a:rPr lang="pt-BR" altLang="pt-BR" kern="0" dirty="0"/>
              <a:t>;</a:t>
            </a:r>
          </a:p>
          <a:p>
            <a:pPr lvl="1"/>
            <a:r>
              <a:rPr lang="pt-BR" altLang="pt-BR" kern="0" dirty="0"/>
              <a:t>nível educacional 	</a:t>
            </a:r>
            <a:r>
              <a:rPr lang="pt-BR" altLang="pt-BR" kern="0" dirty="0">
                <a:solidFill>
                  <a:srgbClr val="9933FF"/>
                </a:solidFill>
              </a:rPr>
              <a:t>(1 = fundamental						 	 2 = médio        						 	 3 = superior)</a:t>
            </a:r>
            <a:r>
              <a:rPr lang="pt-BR" altLang="pt-BR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9410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48639" y="142875"/>
            <a:ext cx="198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 1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40B3693-318D-4FEF-AA5F-78A2A5C0D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415952"/>
            <a:ext cx="84582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pt-BR" altLang="pt-BR" kern="0" dirty="0"/>
              <a:t>O coeficiente de uma variável indicadora indica a variação esperada em </a:t>
            </a:r>
            <a:r>
              <a:rPr lang="pt-BR" altLang="pt-BR" kern="0" dirty="0">
                <a:solidFill>
                  <a:srgbClr val="A50021"/>
                </a:solidFill>
              </a:rPr>
              <a:t>Y</a:t>
            </a:r>
            <a:r>
              <a:rPr lang="pt-BR" altLang="pt-BR" kern="0" dirty="0"/>
              <a:t> quando a variável indicadora muda de </a:t>
            </a:r>
            <a:r>
              <a:rPr lang="pt-BR" altLang="pt-BR" kern="0" dirty="0">
                <a:solidFill>
                  <a:srgbClr val="A50021"/>
                </a:solidFill>
              </a:rPr>
              <a:t>0</a:t>
            </a:r>
            <a:r>
              <a:rPr lang="pt-BR" altLang="pt-BR" kern="0" dirty="0"/>
              <a:t> para </a:t>
            </a:r>
            <a:r>
              <a:rPr lang="pt-BR" altLang="pt-BR" kern="0" dirty="0">
                <a:solidFill>
                  <a:srgbClr val="A50021"/>
                </a:solidFill>
              </a:rPr>
              <a:t>1</a:t>
            </a:r>
            <a:r>
              <a:rPr lang="pt-BR" altLang="pt-BR" kern="0" dirty="0">
                <a:solidFill>
                  <a:schemeClr val="accent2"/>
                </a:solidFill>
              </a:rPr>
              <a:t>, mantendo-se as demais variáveis constantes.</a:t>
            </a:r>
          </a:p>
          <a:p>
            <a:pPr lvl="1"/>
            <a:r>
              <a:rPr lang="pt-BR" altLang="pt-BR" sz="2000" kern="0" dirty="0" err="1"/>
              <a:t>Ex</a:t>
            </a:r>
            <a:r>
              <a:rPr lang="pt-BR" altLang="pt-BR" sz="2000" kern="0" dirty="0"/>
              <a:t>:</a:t>
            </a:r>
            <a:r>
              <a:rPr lang="pt-BR" altLang="pt-BR" sz="2800" kern="0" dirty="0">
                <a:solidFill>
                  <a:srgbClr val="000099"/>
                </a:solidFill>
                <a:sym typeface="Symbol" panose="05050102010706020507" pitchFamily="18" charset="2"/>
              </a:rPr>
              <a:t> </a:t>
            </a:r>
            <a:r>
              <a:rPr lang="pt-BR" altLang="pt-BR" kern="0" dirty="0">
                <a:solidFill>
                  <a:srgbClr val="9933FF"/>
                </a:solidFill>
                <a:sym typeface="Symbol" panose="05050102010706020507" pitchFamily="18" charset="2"/>
              </a:rPr>
              <a:t></a:t>
            </a:r>
            <a:r>
              <a:rPr lang="pt-BR" altLang="pt-BR" kern="0" baseline="-25000" dirty="0">
                <a:solidFill>
                  <a:srgbClr val="9933FF"/>
                </a:solidFill>
                <a:sym typeface="Symbol" panose="05050102010706020507" pitchFamily="18" charset="2"/>
              </a:rPr>
              <a:t>2</a:t>
            </a:r>
            <a:r>
              <a:rPr lang="pt-BR" altLang="pt-BR" sz="2800" kern="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 </a:t>
            </a:r>
            <a:r>
              <a:rPr lang="pt-BR" altLang="pt-BR" sz="2000" kern="0" dirty="0"/>
              <a:t>é o incremento esperado no salário pelo indivíduo ocupar um cargo de gerente.</a:t>
            </a:r>
          </a:p>
          <a:p>
            <a:pPr lvl="1"/>
            <a:r>
              <a:rPr lang="pt-BR" altLang="pt-BR" sz="2000" kern="0" dirty="0" err="1"/>
              <a:t>Ex</a:t>
            </a:r>
            <a:r>
              <a:rPr lang="pt-BR" altLang="pt-BR" sz="2000" kern="0" dirty="0"/>
              <a:t>:</a:t>
            </a:r>
            <a:r>
              <a:rPr lang="pt-BR" altLang="pt-BR" sz="2000" kern="0" dirty="0">
                <a:solidFill>
                  <a:srgbClr val="9933FF"/>
                </a:solidFill>
                <a:sym typeface="Symbol" panose="05050102010706020507" pitchFamily="18" charset="2"/>
              </a:rPr>
              <a:t>  </a:t>
            </a:r>
            <a:r>
              <a:rPr lang="pt-BR" altLang="pt-BR" sz="2000" kern="0" baseline="-25000" dirty="0">
                <a:solidFill>
                  <a:srgbClr val="9933FF"/>
                </a:solidFill>
                <a:sym typeface="Symbol" panose="05050102010706020507" pitchFamily="18" charset="2"/>
              </a:rPr>
              <a:t>3</a:t>
            </a:r>
            <a:r>
              <a:rPr lang="pt-BR" altLang="pt-BR" sz="2800" kern="0" dirty="0">
                <a:solidFill>
                  <a:srgbClr val="000099"/>
                </a:solidFill>
                <a:sym typeface="Symbol" panose="05050102010706020507" pitchFamily="18" charset="2"/>
              </a:rPr>
              <a:t> </a:t>
            </a:r>
            <a:r>
              <a:rPr lang="pt-BR" altLang="pt-BR" sz="2000" kern="0" dirty="0"/>
              <a:t>é o incremento esperado no salário a cada ano de experiência a mais para um indivíduo com cargo de gerente.</a:t>
            </a:r>
          </a:p>
          <a:p>
            <a:pPr lvl="1"/>
            <a:endParaRPr lang="pt-BR" altLang="pt-BR" sz="2000" kern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8ECBD99-761B-420A-89F0-A2EA91A82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196752"/>
            <a:ext cx="8299648" cy="91307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 dirty="0">
                <a:solidFill>
                  <a:srgbClr val="000099"/>
                </a:solidFill>
              </a:rPr>
              <a:t>E{Y} =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 + 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1</a:t>
            </a:r>
            <a:r>
              <a:rPr lang="pt-BR" altLang="pt-BR" sz="3200" dirty="0">
                <a:solidFill>
                  <a:srgbClr val="000099"/>
                </a:solidFill>
              </a:rPr>
              <a:t>Exp +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2</a:t>
            </a:r>
            <a:r>
              <a:rPr lang="pt-BR" altLang="pt-BR" sz="3200" dirty="0">
                <a:solidFill>
                  <a:srgbClr val="000099"/>
                </a:solidFill>
              </a:rPr>
              <a:t>G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1</a:t>
            </a:r>
            <a:r>
              <a:rPr lang="pt-BR" altLang="pt-BR" sz="3200" dirty="0">
                <a:solidFill>
                  <a:srgbClr val="000099"/>
                </a:solidFill>
              </a:rPr>
              <a:t> +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3</a:t>
            </a:r>
            <a:r>
              <a:rPr lang="pt-BR" altLang="pt-BR" sz="3200" dirty="0">
                <a:solidFill>
                  <a:srgbClr val="000099"/>
                </a:solidFill>
              </a:rPr>
              <a:t>Exp*G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1</a:t>
            </a:r>
          </a:p>
          <a:p>
            <a:endParaRPr lang="pt-BR" altLang="pt-BR" sz="3200" baseline="-25000" dirty="0">
              <a:solidFill>
                <a:srgbClr val="000099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263112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48639" y="142875"/>
            <a:ext cx="198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 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9857495-526A-40C4-922E-F5CFCCBC5653}"/>
              </a:ext>
            </a:extLst>
          </p:cNvPr>
          <p:cNvSpPr txBox="1"/>
          <p:nvPr/>
        </p:nvSpPr>
        <p:spPr>
          <a:xfrm>
            <a:off x="107504" y="958076"/>
            <a:ext cx="88569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Considerando os dados do Exemplo 1, faça:</a:t>
            </a:r>
          </a:p>
          <a:p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457200" indent="-457200">
              <a:buAutoNum type="arabicParenR"/>
            </a:pP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Gráfico da interação entre “Experiencia” e “Educacional” considerando o “Salário” como variável dependente.</a:t>
            </a:r>
          </a:p>
          <a:p>
            <a:pPr marL="457200" indent="-457200">
              <a:buAutoNum type="arabicParenR"/>
            </a:pP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457200" indent="-457200">
              <a:buAutoNum type="arabicParenR"/>
            </a:pP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Faça o modelo de regressão referente ao gráfico do item 1 e interprete os resultados.</a:t>
            </a:r>
            <a:endParaRPr lang="pt-B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763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10345</TotalTime>
  <Words>310</Words>
  <Application>Microsoft Office PowerPoint</Application>
  <PresentationFormat>Apresentação na tela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Symbol</vt:lpstr>
      <vt:lpstr>Times New Roman</vt:lpstr>
      <vt:lpstr>Verdana</vt:lpstr>
      <vt:lpstr>Wingdings</vt:lpstr>
      <vt:lpstr>Personalizar design</vt:lpstr>
      <vt:lpstr>Técnicas Estatísticas de Predição Sistemas de Informação  Aula 14  Interação entre as Variáveis Independentes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1012</cp:revision>
  <dcterms:created xsi:type="dcterms:W3CDTF">2005-11-03T13:11:02Z</dcterms:created>
  <dcterms:modified xsi:type="dcterms:W3CDTF">2025-04-28T16:56:30Z</dcterms:modified>
</cp:coreProperties>
</file>