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2" r:id="rId3"/>
    <p:sldId id="281" r:id="rId4"/>
    <p:sldId id="273" r:id="rId5"/>
    <p:sldId id="282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1C36C-421C-4D20-BB6B-B36A27AF8CD6}" v="7" dt="2025-10-06T19:01:38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BDCB9C4B-C072-4EE8-8A34-1DBC04ACCFB8}"/>
    <pc:docChg chg="modSld">
      <pc:chgData name="Adriano Borgatto" userId="e50a874dfa6d3f1a" providerId="LiveId" clId="{BDCB9C4B-C072-4EE8-8A34-1DBC04ACCFB8}" dt="2023-10-04T11:44:19.249" v="44" actId="20577"/>
      <pc:docMkLst>
        <pc:docMk/>
      </pc:docMkLst>
      <pc:sldChg chg="modSp mod">
        <pc:chgData name="Adriano Borgatto" userId="e50a874dfa6d3f1a" providerId="LiveId" clId="{BDCB9C4B-C072-4EE8-8A34-1DBC04ACCFB8}" dt="2023-10-04T11:44:19.249" v="44" actId="20577"/>
        <pc:sldMkLst>
          <pc:docMk/>
          <pc:sldMk cId="3945532463" sldId="272"/>
        </pc:sldMkLst>
      </pc:sldChg>
    </pc:docChg>
  </pc:docChgLst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13:31.659" v="21" actId="20577"/>
        <pc:sldMkLst>
          <pc:docMk/>
          <pc:sldMk cId="0" sldId="256"/>
        </pc:sldMkLst>
      </pc:sldChg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modSp mod">
        <pc:chgData name="Adriano Borgatto" userId="e50a874dfa6d3f1a" providerId="LiveId" clId="{88C1CB35-E29F-4286-B8A1-553BE109C0B3}" dt="2022-04-04T16:35:33.659" v="24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C44BD5C6-C92A-4990-911F-28F9A2FB6307}"/>
    <pc:docChg chg="custSel addSld modSld sldOrd">
      <pc:chgData name="Adriano Borgatto" userId="e50a874dfa6d3f1a" providerId="LiveId" clId="{C44BD5C6-C92A-4990-911F-28F9A2FB6307}" dt="2025-10-06T19:01:38.422" v="101" actId="962"/>
      <pc:docMkLst>
        <pc:docMk/>
      </pc:docMkLst>
      <pc:sldChg chg="addSp delSp modSp mod">
        <pc:chgData name="Adriano Borgatto" userId="e50a874dfa6d3f1a" providerId="LiveId" clId="{C44BD5C6-C92A-4990-911F-28F9A2FB6307}" dt="2025-10-06T19:01:29.338" v="97" actId="962"/>
        <pc:sldMkLst>
          <pc:docMk/>
          <pc:sldMk cId="2744850784" sldId="273"/>
        </pc:sldMkLst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34" creationId="{ACBFC661-4501-4D26-82F1-EB5290912867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37" creationId="{4E0DDC11-0540-4575-9031-82573FB67ACD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38" creationId="{A6B5437D-1819-4AE0-9D06-0E9768CE65AE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40" creationId="{12C7FF7F-F250-4D21-B61E-ED9BF93C97AC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41" creationId="{62343FA3-F3DA-49C8-B5E8-73A907B95AA8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43" creationId="{4ED231C1-E746-4F75-85C9-1A0E48A57A57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47" creationId="{A14694AA-6162-4A5A-805C-A4B74BC3E166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48" creationId="{4F2CC20B-DBA2-4D68-8825-BE18AEDBECD8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51" creationId="{EDD28D80-69B0-44C2-A06F-161A8CF1B342}"/>
          </ac:spMkLst>
        </pc:spChg>
        <pc:spChg chg="del">
          <ac:chgData name="Adriano Borgatto" userId="e50a874dfa6d3f1a" providerId="LiveId" clId="{C44BD5C6-C92A-4990-911F-28F9A2FB6307}" dt="2025-10-06T18:14:19.082" v="39" actId="478"/>
          <ac:spMkLst>
            <pc:docMk/>
            <pc:sldMk cId="2744850784" sldId="273"/>
            <ac:spMk id="58" creationId="{6932AD92-414A-4AF4-A77F-0C476E10B51C}"/>
          </ac:spMkLst>
        </pc:spChg>
        <pc:picChg chg="add del mod">
          <ac:chgData name="Adriano Borgatto" userId="e50a874dfa6d3f1a" providerId="LiveId" clId="{C44BD5C6-C92A-4990-911F-28F9A2FB6307}" dt="2025-10-06T19:01:23.032" v="94" actId="478"/>
          <ac:picMkLst>
            <pc:docMk/>
            <pc:sldMk cId="2744850784" sldId="273"/>
            <ac:picMk id="3" creationId="{E3FE34F9-8977-CFF6-58A2-1F06F6A6D317}"/>
          </ac:picMkLst>
        </pc:picChg>
        <pc:picChg chg="add mod">
          <ac:chgData name="Adriano Borgatto" userId="e50a874dfa6d3f1a" providerId="LiveId" clId="{C44BD5C6-C92A-4990-911F-28F9A2FB6307}" dt="2025-10-06T19:01:29.338" v="97" actId="962"/>
          <ac:picMkLst>
            <pc:docMk/>
            <pc:sldMk cId="2744850784" sldId="273"/>
            <ac:picMk id="59" creationId="{FA90F00F-6B46-C194-62CF-BA60E812B4BB}"/>
          </ac:picMkLst>
        </pc:picChg>
      </pc:sldChg>
      <pc:sldChg chg="addSp delSp modSp add mod ord">
        <pc:chgData name="Adriano Borgatto" userId="e50a874dfa6d3f1a" providerId="LiveId" clId="{C44BD5C6-C92A-4990-911F-28F9A2FB6307}" dt="2025-10-06T19:01:38.422" v="101" actId="962"/>
        <pc:sldMkLst>
          <pc:docMk/>
          <pc:sldMk cId="3246798039" sldId="281"/>
        </pc:sldMkLst>
        <pc:spChg chg="mod">
          <ac:chgData name="Adriano Borgatto" userId="e50a874dfa6d3f1a" providerId="LiveId" clId="{C44BD5C6-C92A-4990-911F-28F9A2FB6307}" dt="2025-10-06T18:07:22.858" v="22" actId="20577"/>
          <ac:spMkLst>
            <pc:docMk/>
            <pc:sldMk cId="3246798039" sldId="281"/>
            <ac:spMk id="7" creationId="{92C7DCC2-26B8-45A0-AB53-E89450A78F28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33" creationId="{2E731EDB-05CD-B142-51B8-EAE3A5B59E6E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34" creationId="{F6AE80FF-1091-2C92-A060-40886C89D6C5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42" creationId="{6C4E3366-F5A3-A182-C75E-79EDE7AECF6C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45" creationId="{F03F90AE-DB99-BCC9-C40F-985D6497CA23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46" creationId="{ED11895C-A3BC-FBEA-E640-396C79CD9A2F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47" creationId="{D8748F7C-0DF4-6314-6FD0-75673359D056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48" creationId="{70D914AA-ADA7-F1D4-6F68-B339D16B284C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51" creationId="{1D9F1E18-FE79-9DD7-6238-F22E261DB852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53" creationId="{FA2E90EC-EE42-D0F5-D144-913360742986}"/>
          </ac:spMkLst>
        </pc:spChg>
        <pc:spChg chg="del">
          <ac:chgData name="Adriano Borgatto" userId="e50a874dfa6d3f1a" providerId="LiveId" clId="{C44BD5C6-C92A-4990-911F-28F9A2FB6307}" dt="2025-10-06T18:11:59.854" v="23" actId="478"/>
          <ac:spMkLst>
            <pc:docMk/>
            <pc:sldMk cId="3246798039" sldId="281"/>
            <ac:spMk id="58" creationId="{43662C75-01A9-48F5-D847-EA5E9203085B}"/>
          </ac:spMkLst>
        </pc:spChg>
        <pc:picChg chg="add del mod">
          <ac:chgData name="Adriano Borgatto" userId="e50a874dfa6d3f1a" providerId="LiveId" clId="{C44BD5C6-C92A-4990-911F-28F9A2FB6307}" dt="2025-10-06T19:01:33.235" v="98" actId="478"/>
          <ac:picMkLst>
            <pc:docMk/>
            <pc:sldMk cId="3246798039" sldId="281"/>
            <ac:picMk id="3" creationId="{B1CB50A6-5D0E-8C09-D360-2AF7E438DE6C}"/>
          </ac:picMkLst>
        </pc:picChg>
        <pc:picChg chg="add mod">
          <ac:chgData name="Adriano Borgatto" userId="e50a874dfa6d3f1a" providerId="LiveId" clId="{C44BD5C6-C92A-4990-911F-28F9A2FB6307}" dt="2025-10-06T19:01:38.422" v="101" actId="962"/>
          <ac:picMkLst>
            <pc:docMk/>
            <pc:sldMk cId="3246798039" sldId="281"/>
            <ac:picMk id="59" creationId="{C54C01C1-5283-E1ED-DD21-0B19801BF199}"/>
          </ac:picMkLst>
        </pc:picChg>
      </pc:sldChg>
      <pc:sldChg chg="addSp delSp modSp add mod">
        <pc:chgData name="Adriano Borgatto" userId="e50a874dfa6d3f1a" providerId="LiveId" clId="{C44BD5C6-C92A-4990-911F-28F9A2FB6307}" dt="2025-10-06T19:01:17.335" v="93" actId="962"/>
        <pc:sldMkLst>
          <pc:docMk/>
          <pc:sldMk cId="2324850485" sldId="282"/>
        </pc:sldMkLst>
        <pc:spChg chg="mod">
          <ac:chgData name="Adriano Borgatto" userId="e50a874dfa6d3f1a" providerId="LiveId" clId="{C44BD5C6-C92A-4990-911F-28F9A2FB6307}" dt="2025-10-06T19:01:09.279" v="90" actId="6549"/>
          <ac:spMkLst>
            <pc:docMk/>
            <pc:sldMk cId="2324850485" sldId="282"/>
            <ac:spMk id="7" creationId="{EE4D4D24-C14D-F3FD-C036-FBC09ACCFFFC}"/>
          </ac:spMkLst>
        </pc:spChg>
        <pc:picChg chg="del">
          <ac:chgData name="Adriano Borgatto" userId="e50a874dfa6d3f1a" providerId="LiveId" clId="{C44BD5C6-C92A-4990-911F-28F9A2FB6307}" dt="2025-10-06T18:16:42.581" v="48" actId="478"/>
          <ac:picMkLst>
            <pc:docMk/>
            <pc:sldMk cId="2324850485" sldId="282"/>
            <ac:picMk id="3" creationId="{9EED0DEB-5B72-4546-B4E4-DD9FB857E49C}"/>
          </ac:picMkLst>
        </pc:picChg>
        <pc:picChg chg="add mod">
          <ac:chgData name="Adriano Borgatto" userId="e50a874dfa6d3f1a" providerId="LiveId" clId="{C44BD5C6-C92A-4990-911F-28F9A2FB6307}" dt="2025-10-06T19:01:17.335" v="93" actId="962"/>
          <ac:picMkLst>
            <pc:docMk/>
            <pc:sldMk cId="2324850485" sldId="282"/>
            <ac:picMk id="4" creationId="{233BF785-26F1-98D5-3ED0-7CE918597892}"/>
          </ac:picMkLst>
        </pc:picChg>
      </pc:sldChg>
    </pc:docChg>
  </pc:docChgLst>
  <pc:docChgLst>
    <pc:chgData name="Adriano Borgatto" userId="e50a874dfa6d3f1a" providerId="LiveId" clId="{469CD781-9A2F-49AD-B84F-1FA60D2CB26E}"/>
    <pc:docChg chg="modSld">
      <pc:chgData name="Adriano Borgatto" userId="e50a874dfa6d3f1a" providerId="LiveId" clId="{469CD781-9A2F-49AD-B84F-1FA60D2CB26E}" dt="2024-05-14T18:46:07.084" v="3" actId="1036"/>
      <pc:docMkLst>
        <pc:docMk/>
      </pc:docMkLst>
      <pc:sldChg chg="modSp mod">
        <pc:chgData name="Adriano Borgatto" userId="e50a874dfa6d3f1a" providerId="LiveId" clId="{469CD781-9A2F-49AD-B84F-1FA60D2CB26E}" dt="2024-05-14T18:46:07.084" v="3" actId="1036"/>
        <pc:sldMkLst>
          <pc:docMk/>
          <pc:sldMk cId="1359014504" sldId="276"/>
        </pc:sldMkLst>
      </pc:sldChg>
    </pc:docChg>
  </pc:docChgLst>
  <pc:docChgLst>
    <pc:chgData name="Adriano Borgatto" userId="e50a874dfa6d3f1a" providerId="LiveId" clId="{7D7D52C0-1FE2-42DA-B7DB-74465ED70E91}"/>
    <pc:docChg chg="undo custSel addSld delSld modSld">
      <pc:chgData name="Adriano Borgatto" userId="e50a874dfa6d3f1a" providerId="LiveId" clId="{7D7D52C0-1FE2-42DA-B7DB-74465ED70E91}" dt="2022-04-06T10:40:01.394" v="774"/>
      <pc:docMkLst>
        <pc:docMk/>
      </pc:docMkLst>
      <pc:sldChg chg="modSp mod">
        <pc:chgData name="Adriano Borgatto" userId="e50a874dfa6d3f1a" providerId="LiveId" clId="{7D7D52C0-1FE2-42DA-B7DB-74465ED70E91}" dt="2022-04-05T18:31:28.081" v="54" actId="20577"/>
        <pc:sldMkLst>
          <pc:docMk/>
          <pc:sldMk cId="0" sldId="256"/>
        </pc:sldMkLst>
      </pc:sldChg>
      <pc:sldChg chg="addSp modSp mod">
        <pc:chgData name="Adriano Borgatto" userId="e50a874dfa6d3f1a" providerId="LiveId" clId="{7D7D52C0-1FE2-42DA-B7DB-74465ED70E91}" dt="2022-04-05T18:49:34.479" v="235" actId="1076"/>
        <pc:sldMkLst>
          <pc:docMk/>
          <pc:sldMk cId="3945532463" sldId="272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1459410471" sldId="273"/>
        </pc:sldMkLst>
      </pc:sldChg>
      <pc:sldChg chg="addSp delSp modSp add mod">
        <pc:chgData name="Adriano Borgatto" userId="e50a874dfa6d3f1a" providerId="LiveId" clId="{7D7D52C0-1FE2-42DA-B7DB-74465ED70E91}" dt="2022-04-05T18:55:53.417" v="376" actId="1035"/>
        <pc:sldMkLst>
          <pc:docMk/>
          <pc:sldMk cId="3698887128" sldId="273"/>
        </pc:sldMkLst>
      </pc:sldChg>
      <pc:sldChg chg="addSp modSp add mod">
        <pc:chgData name="Adriano Borgatto" userId="e50a874dfa6d3f1a" providerId="LiveId" clId="{7D7D52C0-1FE2-42DA-B7DB-74465ED70E91}" dt="2022-04-05T18:58:28.368" v="400" actId="6549"/>
        <pc:sldMkLst>
          <pc:docMk/>
          <pc:sldMk cId="3230795952" sldId="274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89261101" sldId="274"/>
        </pc:sldMkLst>
      </pc:sldChg>
      <pc:sldChg chg="addSp modSp add mod">
        <pc:chgData name="Adriano Borgatto" userId="e50a874dfa6d3f1a" providerId="LiveId" clId="{7D7D52C0-1FE2-42DA-B7DB-74465ED70E91}" dt="2022-04-05T19:08:57.302" v="442"/>
        <pc:sldMkLst>
          <pc:docMk/>
          <pc:sldMk cId="502828303" sldId="275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52631124" sldId="275"/>
        </pc:sldMkLst>
      </pc:sldChg>
      <pc:sldChg chg="addSp modSp add mod">
        <pc:chgData name="Adriano Borgatto" userId="e50a874dfa6d3f1a" providerId="LiveId" clId="{7D7D52C0-1FE2-42DA-B7DB-74465ED70E91}" dt="2022-04-06T10:39:34.714" v="773"/>
        <pc:sldMkLst>
          <pc:docMk/>
          <pc:sldMk cId="1778712995" sldId="276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14476370" sldId="276"/>
        </pc:sldMkLst>
      </pc:sldChg>
      <pc:sldChg chg="addSp modSp add mod">
        <pc:chgData name="Adriano Borgatto" userId="e50a874dfa6d3f1a" providerId="LiveId" clId="{7D7D52C0-1FE2-42DA-B7DB-74465ED70E91}" dt="2022-04-05T19:22:03.484" v="520" actId="20577"/>
        <pc:sldMkLst>
          <pc:docMk/>
          <pc:sldMk cId="1543133925" sldId="277"/>
        </pc:sldMkLst>
      </pc:sldChg>
      <pc:sldChg chg="addSp modSp add mod">
        <pc:chgData name="Adriano Borgatto" userId="e50a874dfa6d3f1a" providerId="LiveId" clId="{7D7D52C0-1FE2-42DA-B7DB-74465ED70E91}" dt="2022-04-05T19:28:34.247" v="680" actId="20577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7D7D52C0-1FE2-42DA-B7DB-74465ED70E91}" dt="2022-04-06T10:40:01.394" v="774"/>
        <pc:sldMkLst>
          <pc:docMk/>
          <pc:sldMk cId="4149999989" sldId="279"/>
        </pc:sldMkLst>
      </pc:sldChg>
      <pc:sldChg chg="addSp delSp modSp add mod">
        <pc:chgData name="Adriano Borgatto" userId="e50a874dfa6d3f1a" providerId="LiveId" clId="{7D7D52C0-1FE2-42DA-B7DB-74465ED70E91}" dt="2022-04-05T20:03:55.263" v="772" actId="20577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7D7D52C0-1FE2-42DA-B7DB-74465ED70E91}" dt="2022-04-05T19:01:17.696" v="425" actId="1036"/>
        <pc:sldMkLst>
          <pc:docMk/>
          <pc:sldMk cId="4271188974" sldId="281"/>
        </pc:sldMkLst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AC79B6F8-D19F-436A-91DF-DECEB3590015}"/>
    <pc:docChg chg="modSld">
      <pc:chgData name="Adriano Borgatto" userId="e50a874dfa6d3f1a" providerId="LiveId" clId="{AC79B6F8-D19F-436A-91DF-DECEB3590015}" dt="2022-10-25T12:23:44.450" v="57" actId="20577"/>
      <pc:docMkLst>
        <pc:docMk/>
      </pc:docMkLst>
      <pc:sldChg chg="addSp modSp mod">
        <pc:chgData name="Adriano Borgatto" userId="e50a874dfa6d3f1a" providerId="LiveId" clId="{AC79B6F8-D19F-436A-91DF-DECEB3590015}" dt="2022-10-25T12:23:27.127" v="45" actId="1035"/>
        <pc:sldMkLst>
          <pc:docMk/>
          <pc:sldMk cId="1326634355" sldId="274"/>
        </pc:sldMkLst>
      </pc:sldChg>
      <pc:sldChg chg="addSp modSp mod">
        <pc:chgData name="Adriano Borgatto" userId="e50a874dfa6d3f1a" providerId="LiveId" clId="{AC79B6F8-D19F-436A-91DF-DECEB3590015}" dt="2022-10-25T12:23:32.715" v="48" actId="1038"/>
        <pc:sldMkLst>
          <pc:docMk/>
          <pc:sldMk cId="4202683642" sldId="275"/>
        </pc:sldMkLst>
      </pc:sldChg>
      <pc:sldChg chg="addSp modSp mod">
        <pc:chgData name="Adriano Borgatto" userId="e50a874dfa6d3f1a" providerId="LiveId" clId="{AC79B6F8-D19F-436A-91DF-DECEB3590015}" dt="2022-10-25T12:23:44.450" v="57" actId="20577"/>
        <pc:sldMkLst>
          <pc:docMk/>
          <pc:sldMk cId="2721793528" sldId="283"/>
        </pc:sldMkLst>
      </pc:sldChg>
    </pc:docChg>
  </pc:docChgLst>
  <pc:docChgLst>
    <pc:chgData name="Adriano Borgatto" userId="e50a874dfa6d3f1a" providerId="LiveId" clId="{DE5301EE-E143-49CE-A301-3B82DD95FC54}"/>
    <pc:docChg chg="undo custSel addSld delSld modSld">
      <pc:chgData name="Adriano Borgatto" userId="e50a874dfa6d3f1a" providerId="LiveId" clId="{DE5301EE-E143-49CE-A301-3B82DD95FC54}" dt="2022-04-07T19:49:53.288" v="575" actId="14100"/>
      <pc:docMkLst>
        <pc:docMk/>
      </pc:docMkLst>
      <pc:sldChg chg="modSp mod">
        <pc:chgData name="Adriano Borgatto" userId="e50a874dfa6d3f1a" providerId="LiveId" clId="{DE5301EE-E143-49CE-A301-3B82DD95FC54}" dt="2022-04-06T19:13:46.766" v="22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DE5301EE-E143-49CE-A301-3B82DD95FC54}" dt="2022-04-06T19:14:29.350" v="63" actId="1035"/>
        <pc:sldMkLst>
          <pc:docMk/>
          <pc:sldMk cId="3945532463" sldId="272"/>
        </pc:sldMkLst>
      </pc:sldChg>
      <pc:sldChg chg="addSp delSp modSp add mod">
        <pc:chgData name="Adriano Borgatto" userId="e50a874dfa6d3f1a" providerId="LiveId" clId="{DE5301EE-E143-49CE-A301-3B82DD95FC54}" dt="2022-04-06T19:15:29.320" v="120" actId="1035"/>
        <pc:sldMkLst>
          <pc:docMk/>
          <pc:sldMk cId="2744850784" sldId="273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698887128" sldId="273"/>
        </pc:sldMkLst>
      </pc:sldChg>
      <pc:sldChg chg="addSp delSp modSp add mod">
        <pc:chgData name="Adriano Borgatto" userId="e50a874dfa6d3f1a" providerId="LiveId" clId="{DE5301EE-E143-49CE-A301-3B82DD95FC54}" dt="2022-04-07T19:48:23.084" v="552" actId="1035"/>
        <pc:sldMkLst>
          <pc:docMk/>
          <pc:sldMk cId="1326634355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230795952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502828303" sldId="275"/>
        </pc:sldMkLst>
      </pc:sldChg>
      <pc:sldChg chg="addSp delSp modSp add mod">
        <pc:chgData name="Adriano Borgatto" userId="e50a874dfa6d3f1a" providerId="LiveId" clId="{DE5301EE-E143-49CE-A301-3B82DD95FC54}" dt="2022-04-07T19:49:36.648" v="567" actId="1035"/>
        <pc:sldMkLst>
          <pc:docMk/>
          <pc:sldMk cId="4202683642" sldId="275"/>
        </pc:sldMkLst>
      </pc:sldChg>
      <pc:sldChg chg="addSp modSp add mod">
        <pc:chgData name="Adriano Borgatto" userId="e50a874dfa6d3f1a" providerId="LiveId" clId="{DE5301EE-E143-49CE-A301-3B82DD95FC54}" dt="2022-04-06T19:17:33.810" v="213"/>
        <pc:sldMkLst>
          <pc:docMk/>
          <pc:sldMk cId="1359014504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778712995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543133925" sldId="277"/>
        </pc:sldMkLst>
      </pc:sldChg>
      <pc:sldChg chg="addSp delSp modSp add mod">
        <pc:chgData name="Adriano Borgatto" userId="e50a874dfa6d3f1a" providerId="LiveId" clId="{DE5301EE-E143-49CE-A301-3B82DD95FC54}" dt="2022-04-06T19:19:41.155" v="263"/>
        <pc:sldMkLst>
          <pc:docMk/>
          <pc:sldMk cId="2065482231" sldId="277"/>
        </pc:sldMkLst>
      </pc:sldChg>
      <pc:sldChg chg="addSp modSp add mod">
        <pc:chgData name="Adriano Borgatto" userId="e50a874dfa6d3f1a" providerId="LiveId" clId="{DE5301EE-E143-49CE-A301-3B82DD95FC54}" dt="2022-04-06T19:29:00.668" v="461" actId="1036"/>
        <pc:sldMkLst>
          <pc:docMk/>
          <pc:sldMk cId="759727275" sldId="278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DE5301EE-E143-49CE-A301-3B82DD95FC54}" dt="2022-04-06T19:44:12.944" v="483"/>
        <pc:sldMkLst>
          <pc:docMk/>
          <pc:sldMk cId="874013943" sldId="279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149999989" sldId="279"/>
        </pc:sldMkLst>
      </pc:sldChg>
      <pc:sldChg chg="addSp modSp add mod">
        <pc:chgData name="Adriano Borgatto" userId="e50a874dfa6d3f1a" providerId="LiveId" clId="{DE5301EE-E143-49CE-A301-3B82DD95FC54}" dt="2022-04-06T19:45:26.446" v="493" actId="1038"/>
        <pc:sldMkLst>
          <pc:docMk/>
          <pc:sldMk cId="2032913519" sldId="280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DE5301EE-E143-49CE-A301-3B82DD95FC54}" dt="2022-04-06T19:49:24.615" v="507" actId="20577"/>
        <pc:sldMkLst>
          <pc:docMk/>
          <pc:sldMk cId="2942240532" sldId="281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271188974" sldId="281"/>
        </pc:sldMkLst>
      </pc:sldChg>
      <pc:sldChg chg="addSp modSp add mod">
        <pc:chgData name="Adriano Borgatto" userId="e50a874dfa6d3f1a" providerId="LiveId" clId="{DE5301EE-E143-49CE-A301-3B82DD95FC54}" dt="2022-04-06T19:50:44.459" v="523" actId="1076"/>
        <pc:sldMkLst>
          <pc:docMk/>
          <pc:sldMk cId="4171676444" sldId="282"/>
        </pc:sldMkLst>
      </pc:sldChg>
      <pc:sldChg chg="add del">
        <pc:chgData name="Adriano Borgatto" userId="e50a874dfa6d3f1a" providerId="LiveId" clId="{DE5301EE-E143-49CE-A301-3B82DD95FC54}" dt="2022-04-06T19:49:35.728" v="515" actId="47"/>
        <pc:sldMkLst>
          <pc:docMk/>
          <pc:sldMk cId="867960421" sldId="283"/>
        </pc:sldMkLst>
      </pc:sldChg>
      <pc:sldChg chg="addSp delSp modSp add mod">
        <pc:chgData name="Adriano Borgatto" userId="e50a874dfa6d3f1a" providerId="LiveId" clId="{DE5301EE-E143-49CE-A301-3B82DD95FC54}" dt="2022-04-07T19:49:53.288" v="575" actId="14100"/>
        <pc:sldMkLst>
          <pc:docMk/>
          <pc:sldMk cId="2721793528" sldId="283"/>
        </pc:sldMkLst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6A052C3F-BF32-45EB-B8A0-5585BC7456A5}"/>
    <pc:docChg chg="modSld">
      <pc:chgData name="Adriano Borgatto" userId="e50a874dfa6d3f1a" providerId="LiveId" clId="{6A052C3F-BF32-45EB-B8A0-5585BC7456A5}" dt="2024-08-08T12:54:56.838" v="1" actId="20577"/>
      <pc:docMkLst>
        <pc:docMk/>
      </pc:docMkLst>
      <pc:sldChg chg="modSp mod">
        <pc:chgData name="Adriano Borgatto" userId="e50a874dfa6d3f1a" providerId="LiveId" clId="{6A052C3F-BF32-45EB-B8A0-5585BC7456A5}" dt="2024-08-08T12:54:56.838" v="1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F9019F6C-F206-4C4B-8DDD-E4FCFD3D8FBB}"/>
    <pc:docChg chg="modSld">
      <pc:chgData name="Adriano Borgatto" userId="e50a874dfa6d3f1a" providerId="LiveId" clId="{F9019F6C-F206-4C4B-8DDD-E4FCFD3D8FBB}" dt="2024-10-20T20:38:41.225" v="94" actId="20577"/>
      <pc:docMkLst>
        <pc:docMk/>
      </pc:docMkLst>
      <pc:sldChg chg="addSp modSp mod">
        <pc:chgData name="Adriano Borgatto" userId="e50a874dfa6d3f1a" providerId="LiveId" clId="{F9019F6C-F206-4C4B-8DDD-E4FCFD3D8FBB}" dt="2024-10-20T20:30:11.517" v="88" actId="20577"/>
        <pc:sldMkLst>
          <pc:docMk/>
          <pc:sldMk cId="1359014504" sldId="276"/>
        </pc:sldMkLst>
      </pc:sldChg>
      <pc:sldChg chg="modSp mod">
        <pc:chgData name="Adriano Borgatto" userId="e50a874dfa6d3f1a" providerId="LiveId" clId="{F9019F6C-F206-4C4B-8DDD-E4FCFD3D8FBB}" dt="2024-10-20T20:38:41.225" v="94" actId="20577"/>
        <pc:sldMkLst>
          <pc:docMk/>
          <pc:sldMk cId="3020033806" sldId="280"/>
        </pc:sldMkLst>
      </pc:sldChg>
    </pc:docChg>
  </pc:docChgLst>
  <pc:docChgLst>
    <pc:chgData name="Adriano Borgatto" userId="e50a874dfa6d3f1a" providerId="LiveId" clId="{9F0B9D5C-DB22-46B7-A649-409DB62F66C4}"/>
    <pc:docChg chg="custSel addSld delSld modSld">
      <pc:chgData name="Adriano Borgatto" userId="e50a874dfa6d3f1a" providerId="LiveId" clId="{9F0B9D5C-DB22-46B7-A649-409DB62F66C4}" dt="2023-05-08T11:52:10.550" v="812" actId="732"/>
      <pc:docMkLst>
        <pc:docMk/>
      </pc:docMkLst>
      <pc:sldChg chg="modSp">
        <pc:chgData name="Adriano Borgatto" userId="e50a874dfa6d3f1a" providerId="LiveId" clId="{9F0B9D5C-DB22-46B7-A649-409DB62F66C4}" dt="2023-05-03T21:51:57.965" v="7" actId="1076"/>
        <pc:sldMkLst>
          <pc:docMk/>
          <pc:sldMk cId="3945532463" sldId="272"/>
        </pc:sldMkLst>
      </pc:sldChg>
      <pc:sldChg chg="del">
        <pc:chgData name="Adriano Borgatto" userId="e50a874dfa6d3f1a" providerId="LiveId" clId="{9F0B9D5C-DB22-46B7-A649-409DB62F66C4}" dt="2023-05-03T21:43:36.071" v="0" actId="47"/>
        <pc:sldMkLst>
          <pc:docMk/>
          <pc:sldMk cId="1326634355" sldId="274"/>
        </pc:sldMkLst>
      </pc:sldChg>
      <pc:sldChg chg="del">
        <pc:chgData name="Adriano Borgatto" userId="e50a874dfa6d3f1a" providerId="LiveId" clId="{9F0B9D5C-DB22-46B7-A649-409DB62F66C4}" dt="2023-05-03T21:43:36.071" v="0" actId="47"/>
        <pc:sldMkLst>
          <pc:docMk/>
          <pc:sldMk cId="4202683642" sldId="275"/>
        </pc:sldMkLst>
      </pc:sldChg>
      <pc:sldChg chg="modSp">
        <pc:chgData name="Adriano Borgatto" userId="e50a874dfa6d3f1a" providerId="LiveId" clId="{9F0B9D5C-DB22-46B7-A649-409DB62F66C4}" dt="2023-05-08T11:52:10.550" v="812" actId="732"/>
        <pc:sldMkLst>
          <pc:docMk/>
          <pc:sldMk cId="1359014504" sldId="276"/>
        </pc:sldMkLst>
      </pc:sldChg>
      <pc:sldChg chg="addSp delSp modSp mod">
        <pc:chgData name="Adriano Borgatto" userId="e50a874dfa6d3f1a" providerId="LiveId" clId="{9F0B9D5C-DB22-46B7-A649-409DB62F66C4}" dt="2023-05-03T22:02:26.476" v="267" actId="1038"/>
        <pc:sldMkLst>
          <pc:docMk/>
          <pc:sldMk cId="2065482231" sldId="277"/>
        </pc:sldMkLst>
      </pc:sldChg>
      <pc:sldChg chg="del">
        <pc:chgData name="Adriano Borgatto" userId="e50a874dfa6d3f1a" providerId="LiveId" clId="{9F0B9D5C-DB22-46B7-A649-409DB62F66C4}" dt="2023-05-03T21:43:45.582" v="1" actId="2696"/>
        <pc:sldMkLst>
          <pc:docMk/>
          <pc:sldMk cId="759727275" sldId="278"/>
        </pc:sldMkLst>
      </pc:sldChg>
      <pc:sldChg chg="addSp delSp modSp add mod">
        <pc:chgData name="Adriano Borgatto" userId="e50a874dfa6d3f1a" providerId="LiveId" clId="{9F0B9D5C-DB22-46B7-A649-409DB62F66C4}" dt="2023-05-05T19:12:53.979" v="625" actId="1037"/>
        <pc:sldMkLst>
          <pc:docMk/>
          <pc:sldMk cId="4280279407" sldId="278"/>
        </pc:sldMkLst>
      </pc:sldChg>
      <pc:sldChg chg="del">
        <pc:chgData name="Adriano Borgatto" userId="e50a874dfa6d3f1a" providerId="LiveId" clId="{9F0B9D5C-DB22-46B7-A649-409DB62F66C4}" dt="2023-05-03T22:01:41.447" v="252" actId="2696"/>
        <pc:sldMkLst>
          <pc:docMk/>
          <pc:sldMk cId="874013943" sldId="279"/>
        </pc:sldMkLst>
      </pc:sldChg>
      <pc:sldChg chg="add">
        <pc:chgData name="Adriano Borgatto" userId="e50a874dfa6d3f1a" providerId="LiveId" clId="{9F0B9D5C-DB22-46B7-A649-409DB62F66C4}" dt="2023-05-03T22:41:43.348" v="586" actId="2890"/>
        <pc:sldMkLst>
          <pc:docMk/>
          <pc:sldMk cId="3788546411" sldId="279"/>
        </pc:sldMkLst>
      </pc:sldChg>
      <pc:sldChg chg="del">
        <pc:chgData name="Adriano Borgatto" userId="e50a874dfa6d3f1a" providerId="LiveId" clId="{9F0B9D5C-DB22-46B7-A649-409DB62F66C4}" dt="2023-05-03T22:01:41.447" v="252" actId="2696"/>
        <pc:sldMkLst>
          <pc:docMk/>
          <pc:sldMk cId="2032913519" sldId="280"/>
        </pc:sldMkLst>
      </pc:sldChg>
      <pc:sldChg chg="modSp add mod">
        <pc:chgData name="Adriano Borgatto" userId="e50a874dfa6d3f1a" providerId="LiveId" clId="{9F0B9D5C-DB22-46B7-A649-409DB62F66C4}" dt="2023-05-08T11:47:46.463" v="811" actId="20577"/>
        <pc:sldMkLst>
          <pc:docMk/>
          <pc:sldMk cId="3020033806" sldId="280"/>
        </pc:sldMkLst>
      </pc:sldChg>
      <pc:sldChg chg="del">
        <pc:chgData name="Adriano Borgatto" userId="e50a874dfa6d3f1a" providerId="LiveId" clId="{9F0B9D5C-DB22-46B7-A649-409DB62F66C4}" dt="2023-05-03T22:01:41.447" v="252" actId="2696"/>
        <pc:sldMkLst>
          <pc:docMk/>
          <pc:sldMk cId="2942240532" sldId="281"/>
        </pc:sldMkLst>
      </pc:sldChg>
      <pc:sldChg chg="del">
        <pc:chgData name="Adriano Borgatto" userId="e50a874dfa6d3f1a" providerId="LiveId" clId="{9F0B9D5C-DB22-46B7-A649-409DB62F66C4}" dt="2023-05-03T22:01:41.447" v="252" actId="2696"/>
        <pc:sldMkLst>
          <pc:docMk/>
          <pc:sldMk cId="4171676444" sldId="282"/>
        </pc:sldMkLst>
      </pc:sldChg>
      <pc:sldChg chg="del">
        <pc:chgData name="Adriano Borgatto" userId="e50a874dfa6d3f1a" providerId="LiveId" clId="{9F0B9D5C-DB22-46B7-A649-409DB62F66C4}" dt="2023-05-03T21:43:36.071" v="0" actId="47"/>
        <pc:sldMkLst>
          <pc:docMk/>
          <pc:sldMk cId="2721793528" sldId="283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4-05T18:24:35.316" v="1010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4-05T17:52:14.745" v="1009" actId="20577"/>
        <pc:sldMkLst>
          <pc:docMk/>
          <pc:sldMk cId="3889261101" sldId="274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624EF9B0-F510-4A99-8679-C49EE2A81C15}"/>
    <pc:docChg chg="modSld">
      <pc:chgData name="Adriano Borgatto" userId="e50a874dfa6d3f1a" providerId="LiveId" clId="{624EF9B0-F510-4A99-8679-C49EE2A81C15}" dt="2022-08-12T19:28:30.065" v="0" actId="20577"/>
      <pc:docMkLst>
        <pc:docMk/>
      </pc:docMkLst>
    </pc:docChg>
  </pc:docChgLst>
  <pc:docChgLst>
    <pc:chgData name="Adriano Borgatto" userId="e50a874dfa6d3f1a" providerId="LiveId" clId="{46B3D682-9A98-4243-82E4-62C002F1B08F}"/>
    <pc:docChg chg="modSld">
      <pc:chgData name="Adriano Borgatto" userId="e50a874dfa6d3f1a" providerId="LiveId" clId="{46B3D682-9A98-4243-82E4-62C002F1B08F}" dt="2023-02-28T11:33:16.343" v="1" actId="20577"/>
      <pc:docMkLst>
        <pc:docMk/>
      </pc:docMkLst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17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Transformação de Dados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762100" y="142875"/>
            <a:ext cx="5561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Busca de um modelo adequado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0F1D84-F15E-46B4-BFEE-595FA8932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052736"/>
            <a:ext cx="84391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pt-BR" altLang="pt-BR" sz="2600" kern="0" dirty="0"/>
              <a:t>Suposição de linearidade entre x e y: </a:t>
            </a:r>
            <a:r>
              <a:rPr lang="pt-BR" altLang="pt-BR" sz="2600" kern="0" dirty="0">
                <a:solidFill>
                  <a:srgbClr val="005400"/>
                </a:solidFill>
              </a:rPr>
              <a:t>uso de transformações ou mudança de modelo;</a:t>
            </a:r>
            <a:endParaRPr lang="pt-BR" altLang="pt-BR" sz="2600" kern="0" dirty="0"/>
          </a:p>
          <a:p>
            <a:pPr eaLnBrk="1" hangingPunct="1">
              <a:spcBef>
                <a:spcPts val="800"/>
              </a:spcBef>
            </a:pPr>
            <a:r>
              <a:rPr lang="pt-BR" altLang="pt-BR" sz="2600" kern="0" dirty="0"/>
              <a:t>Suposição de variância constante:  </a:t>
            </a:r>
            <a:r>
              <a:rPr lang="pt-BR" altLang="pt-BR" sz="2600" kern="0" dirty="0">
                <a:solidFill>
                  <a:srgbClr val="005400"/>
                </a:solidFill>
              </a:rPr>
              <a:t>transformações para estabilizar a variância;</a:t>
            </a:r>
          </a:p>
          <a:p>
            <a:pPr eaLnBrk="1" hangingPunct="1">
              <a:spcBef>
                <a:spcPts val="800"/>
              </a:spcBef>
            </a:pPr>
            <a:r>
              <a:rPr lang="pt-BR" altLang="pt-BR" sz="2600" kern="0" dirty="0"/>
              <a:t>Suposição de distribuição normal para os erros: </a:t>
            </a:r>
            <a:r>
              <a:rPr lang="pt-BR" altLang="pt-BR" sz="2600" kern="0" dirty="0">
                <a:solidFill>
                  <a:srgbClr val="005400"/>
                </a:solidFill>
              </a:rPr>
              <a:t>uso de transformações;</a:t>
            </a:r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73AC-5A51-3E94-C382-4F877DBF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2C7DCC2-26B8-45A0-AB53-E89450A78F28}"/>
              </a:ext>
            </a:extLst>
          </p:cNvPr>
          <p:cNvSpPr/>
          <p:nvPr/>
        </p:nvSpPr>
        <p:spPr>
          <a:xfrm>
            <a:off x="1105683" y="142875"/>
            <a:ext cx="6873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Transformação para relação não linear</a:t>
            </a:r>
          </a:p>
        </p:txBody>
      </p:sp>
      <p:pic>
        <p:nvPicPr>
          <p:cNvPr id="59" name="Imagem 58" descr="Gráfico, Gráfico de linhas, Gráfico de dispersão&#10;&#10;O conteúdo gerado por IA pode estar incorreto.">
            <a:extLst>
              <a:ext uri="{FF2B5EF4-FFF2-40B4-BE49-F238E27FC236}">
                <a16:creationId xmlns:a16="http://schemas.microsoft.com/office/drawing/2014/main" id="{C54C01C1-5283-E1ED-DD21-0B19801BF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7542"/>
            <a:ext cx="9144000" cy="37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980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757829" y="142875"/>
            <a:ext cx="75697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Transformação para estabilizar a variância</a:t>
            </a:r>
          </a:p>
        </p:txBody>
      </p:sp>
      <p:pic>
        <p:nvPicPr>
          <p:cNvPr id="59" name="Imagem 58" descr="Gráfico, Gráfico de linhas, Gráfico de dispersão&#10;&#10;O conteúdo gerado por IA pode estar incorreto.">
            <a:extLst>
              <a:ext uri="{FF2B5EF4-FFF2-40B4-BE49-F238E27FC236}">
                <a16:creationId xmlns:a16="http://schemas.microsoft.com/office/drawing/2014/main" id="{FA90F00F-6B46-C194-62CF-BA60E812B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7542"/>
            <a:ext cx="9144000" cy="37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507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3BAA-3E4C-E662-DD0E-3DEEF81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E4D4D24-C14D-F3FD-C036-FBC09ACCFFFC}"/>
              </a:ext>
            </a:extLst>
          </p:cNvPr>
          <p:cNvSpPr/>
          <p:nvPr/>
        </p:nvSpPr>
        <p:spPr>
          <a:xfrm>
            <a:off x="498951" y="142875"/>
            <a:ext cx="8087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Transformação para ausência de normalidade</a:t>
            </a:r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233BF785-26F1-98D5-3ED0-7CE918597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620"/>
            <a:ext cx="9144000" cy="37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504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160467" y="87015"/>
            <a:ext cx="4764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Principais Transformações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DB6EC47-4A3D-451F-8625-8FF3D098C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6057"/>
          <a:stretch/>
        </p:blipFill>
        <p:spPr bwMode="auto">
          <a:xfrm>
            <a:off x="71438" y="1857375"/>
            <a:ext cx="9045575" cy="265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21919EB-C40D-DF1F-EB42-AE9F9904B05A}"/>
              </a:ext>
            </a:extLst>
          </p:cNvPr>
          <p:cNvSpPr txBox="1"/>
          <p:nvPr/>
        </p:nvSpPr>
        <p:spPr>
          <a:xfrm>
            <a:off x="251520" y="4894485"/>
            <a:ext cx="8568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ts val="800"/>
              </a:spcBef>
            </a:pPr>
            <a:r>
              <a:rPr lang="pt-BR" altLang="pt-BR" sz="2000" b="1" kern="0" dirty="0"/>
              <a:t>Modelos polinomiais</a:t>
            </a:r>
            <a:r>
              <a:rPr lang="pt-BR" altLang="pt-BR" sz="2000" kern="0" dirty="0"/>
              <a:t>: </a:t>
            </a:r>
            <a:r>
              <a:rPr lang="pt-BR" altLang="pt-BR" sz="2000" kern="0" dirty="0">
                <a:solidFill>
                  <a:srgbClr val="005400"/>
                </a:solidFill>
              </a:rPr>
              <a:t>uso de modelos polinomiais podem resolver o problema de linearidade</a:t>
            </a:r>
            <a:endParaRPr lang="pt-BR" altLang="pt-BR" sz="2000" kern="0" dirty="0"/>
          </a:p>
        </p:txBody>
      </p:sp>
    </p:spTree>
    <p:extLst>
      <p:ext uri="{BB962C8B-B14F-4D97-AF65-F5344CB8AC3E}">
        <p14:creationId xmlns:p14="http://schemas.microsoft.com/office/powerpoint/2010/main" val="13590145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711368" y="142875"/>
            <a:ext cx="1662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08A31-FCF9-50B5-11D5-4A8240E1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012279"/>
            <a:ext cx="84391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Os dados que estão na base “sorvetes.csv” referem-se a venda de sorvetes relacionadas com a temperatura. Ajuste um modelo adequado para fazer a previsão de sorvetes vendidos a partir da temperatura.</a:t>
            </a:r>
            <a:endParaRPr lang="pt-BR" altLang="pt-BR" sz="2600" kern="0" dirty="0">
              <a:solidFill>
                <a:srgbClr val="0054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C52C10-46BB-38B9-FF40-DC727DBA6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21" b="4512"/>
          <a:stretch/>
        </p:blipFill>
        <p:spPr>
          <a:xfrm>
            <a:off x="611560" y="2924944"/>
            <a:ext cx="7704856" cy="33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22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63" y="94236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08A31-FCF9-50B5-11D5-4A8240E1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836712"/>
            <a:ext cx="84391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Os dados que estão na base “Lucro1.csv” referem-se ao lucro de 200 empresas no setor varejista, relacionados com o tempo (em anos) que a empresa está aberta.</a:t>
            </a:r>
          </a:p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Ajuste um modelo de regressão adequado para predizer o lucro.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AC8FB00-E31B-D4DA-FA01-A77519984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189" b="4512"/>
          <a:stretch/>
        </p:blipFill>
        <p:spPr>
          <a:xfrm>
            <a:off x="1115616" y="3573015"/>
            <a:ext cx="6716069" cy="28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7940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63" y="94236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08A31-FCF9-50B5-11D5-4A8240E1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980728"/>
            <a:ext cx="84391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Os dados que estão na base “Lucro2.csv” referem-se ao lucro de 200 empresas no setor varejista, relacionados ao número de clientes e o tempo (em anos) que a empresa está aberta.</a:t>
            </a:r>
          </a:p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Ajuste um modelo de regressão adequado para predizer o lucro.</a:t>
            </a:r>
          </a:p>
        </p:txBody>
      </p:sp>
    </p:spTree>
    <p:extLst>
      <p:ext uri="{BB962C8B-B14F-4D97-AF65-F5344CB8AC3E}">
        <p14:creationId xmlns:p14="http://schemas.microsoft.com/office/powerpoint/2010/main" val="378854641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671293" y="94236"/>
            <a:ext cx="1742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Exercício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08A31-FCF9-50B5-11D5-4A8240E1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980728"/>
            <a:ext cx="84391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Os dados no arquivo “exercício.csv” referem-se a relação da potência do motor com o consumo do carro na cidade, medida em milhas por galão.</a:t>
            </a:r>
          </a:p>
          <a:p>
            <a:pPr marL="0" indent="0" eaLnBrk="1" hangingPunct="1">
              <a:spcBef>
                <a:spcPts val="800"/>
              </a:spcBef>
              <a:buNone/>
            </a:pPr>
            <a:r>
              <a:rPr lang="pt-BR" altLang="pt-BR" sz="2600" kern="0" dirty="0"/>
              <a:t>Ajuste o modelo de regressão mais adequado para predizer o consumo.</a:t>
            </a:r>
          </a:p>
        </p:txBody>
      </p:sp>
    </p:spTree>
    <p:extLst>
      <p:ext uri="{BB962C8B-B14F-4D97-AF65-F5344CB8AC3E}">
        <p14:creationId xmlns:p14="http://schemas.microsoft.com/office/powerpoint/2010/main" val="302003380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10616</TotalTime>
  <Words>275</Words>
  <Application>Microsoft Office PowerPoint</Application>
  <PresentationFormat>Apresentação na tela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Verdana</vt:lpstr>
      <vt:lpstr>Personalizar design</vt:lpstr>
      <vt:lpstr>Técnicas Estatísticas de Predição Sistemas de Informação  Aula 17  Transformação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1015</cp:revision>
  <dcterms:created xsi:type="dcterms:W3CDTF">2005-11-03T13:11:02Z</dcterms:created>
  <dcterms:modified xsi:type="dcterms:W3CDTF">2025-10-06T19:01:44Z</dcterms:modified>
</cp:coreProperties>
</file>